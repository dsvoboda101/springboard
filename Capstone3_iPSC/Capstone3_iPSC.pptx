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122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on Svoboda" userId="e411a559af336678" providerId="LiveId" clId="{73BEB1F0-4165-4E94-BBB1-92E96354BF43}"/>
    <pc:docChg chg="custSel modSld">
      <pc:chgData name="Devon Svoboda" userId="e411a559af336678" providerId="LiveId" clId="{73BEB1F0-4165-4E94-BBB1-92E96354BF43}" dt="2026-03-18T23:37:46.894" v="32" actId="20577"/>
      <pc:docMkLst>
        <pc:docMk/>
      </pc:docMkLst>
      <pc:sldChg chg="modSp mod">
        <pc:chgData name="Devon Svoboda" userId="e411a559af336678" providerId="LiveId" clId="{73BEB1F0-4165-4E94-BBB1-92E96354BF43}" dt="2026-03-18T23:37:46.894" v="32" actId="20577"/>
        <pc:sldMkLst>
          <pc:docMk/>
          <pc:sldMk cId="3057092064" sldId="257"/>
        </pc:sldMkLst>
        <pc:spChg chg="mod">
          <ac:chgData name="Devon Svoboda" userId="e411a559af336678" providerId="LiveId" clId="{73BEB1F0-4165-4E94-BBB1-92E96354BF43}" dt="2026-03-18T23:37:46.894" v="32" actId="20577"/>
          <ac:spMkLst>
            <pc:docMk/>
            <pc:sldMk cId="3057092064" sldId="257"/>
            <ac:spMk id="2" creationId="{6D2767C3-1434-8FC7-04F9-8AFEC65753F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AFDB-97B2-8091-2877-D05E125C2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1F2D3-E0B5-8515-E60F-717170AA1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107AD-52F7-1976-E3A1-B1E256BA1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6DFF-836A-4A39-B24F-575079E9A87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3C015-AF87-FBDD-46A9-EA52E9A9B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CA929-23C1-5210-6044-147BF0B06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A6229-6767-4D42-BC3E-3B722F7BF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83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FA3F-87B5-5330-25BC-3D4AC1C59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CC964-B3C5-3EDF-A9DB-8A575455A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0F535-16B4-5CCB-56D6-210C6C2BC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6DFF-836A-4A39-B24F-575079E9A87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E5B51-8D36-4AA0-EF74-6BEB995E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A0FE5-221F-B3B8-2881-EE242DEF1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A6229-6767-4D42-BC3E-3B722F7BF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799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56DBD-855F-6396-FAD5-E50BA6B4D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9B4FA-7DB3-607B-E695-DCEAD47E2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40F45-0AAF-8C71-6CF2-B0BDD0EB6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6DFF-836A-4A39-B24F-575079E9A87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CF5DF-B3F9-3985-7007-E2A381AAE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FBD6D-9122-9F8F-5217-05222DA34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A6229-6767-4D42-BC3E-3B722F7BF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585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A82A6-D986-46AC-EAD7-8B6D7774F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E197C-EA8F-7CC3-DDD1-D2F9B95B78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03F90-420C-E51D-7CAD-49159149F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9DB24-F287-7744-C19F-8E6B5DE01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6DFF-836A-4A39-B24F-575079E9A87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49138-5417-999C-F488-F3ED9ADAD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AE625-6432-90A4-DA19-6AB7B311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A6229-6767-4D42-BC3E-3B722F7BF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2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E421-79EB-2835-2B2C-DD26B4B6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D0DD1-B4E0-741E-D688-28D02AC79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A2424-4C45-1C26-D356-7C873A411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D2504F-35C0-7C34-FF2B-B415FD037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93D04F-4EA8-BDE5-6FE0-50E25BDD76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AF2611-0FAA-86E4-C689-42B5DE92B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6DFF-836A-4A39-B24F-575079E9A87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761F1A-A837-19B8-1843-96B2CB81F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0EE96-F249-22BB-4DF2-595DB1C0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A6229-6767-4D42-BC3E-3B722F7BF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AFCE-D7B1-919B-C1A0-8A0088B27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B3A82-D075-8621-583A-2AA383208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6DFF-836A-4A39-B24F-575079E9A87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6BA238-CF16-8D32-1EC5-512006B58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E996B-8B3C-615F-1A57-E1CD4C64F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A6229-6767-4D42-BC3E-3B722F7BF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29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9CAAC7-FEC8-4AAD-342E-5B9CC042E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6DFF-836A-4A39-B24F-575079E9A87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841025-CBFE-6D7C-A072-9FE1A4881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77FDB-5784-40C3-3777-8ECE3444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A6229-6767-4D42-BC3E-3B722F7BF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14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8C31-860A-0F52-09EB-1F0A722D1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CE9D6-F7D5-1E7C-B7F0-60FD1852B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604A7-CC0D-6FB5-4423-52EF28986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24B1B-6890-39E3-E27C-5A398E94A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6DFF-836A-4A39-B24F-575079E9A87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EFDD3-283F-FFF4-6FB9-A3E9384FB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8E49A-1BE6-6BAE-86A2-3F18A1A7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A6229-6767-4D42-BC3E-3B722F7BF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9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F898F-AF68-BBEC-CA48-B02F2B4CA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704D0C-495F-5D81-3133-68C80298D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85284-C83E-28EB-E018-51976F95D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6F78E-27AD-10AE-AE33-E670B86A8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6DFF-836A-4A39-B24F-575079E9A87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6FD77-79A3-D3D9-6A36-261450F7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669B4-24ED-3989-B886-25CD7940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A6229-6767-4D42-BC3E-3B722F7BF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81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1045D-7FC4-9B50-CD18-A4D426653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FFFD5-48F7-175E-9E6D-9B310D25A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DBDDE-610A-200A-2767-F8CDF2A1E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6DFF-836A-4A39-B24F-575079E9A87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3EB9A-5EF0-3EC8-15FC-AE54B7FEF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F2D8D-4507-5A05-00BF-6B80301BD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A6229-6767-4D42-BC3E-3B722F7BF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16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30B70B-E767-9087-81F2-E64A905878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8D687-90D1-4E45-0860-E31E65DE4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9EFFD-CF97-3467-61ED-7FC274D5C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6DFF-836A-4A39-B24F-575079E9A87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3E51B-540A-B897-409F-F56699AA6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BB06D-B0C0-4AC6-03C2-8CDF977E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A6229-6767-4D42-BC3E-3B722F7BF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21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BF1A5-8607-9300-9042-BA0560CB5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8A727-88F7-61EA-F8CA-7A256F75F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E1471-9302-FC58-E241-151556438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A6DFF-836A-4A39-B24F-575079E9A87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B1366-BFDE-8AEA-02EB-28456C28CE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23813-B5C8-C503-44FF-75046DF6B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A6229-6767-4D42-BC3E-3B722F7BF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76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2A78-9688-7A86-83D0-124EE403E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3777F-7860-3883-BF2A-D4680B58D9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48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767C3-1434-8FC7-04F9-8AFEC657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top 100 genes, RF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DB2CA-C4A5-8671-41A2-12A8C8597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4E677-0D8D-0697-1B04-1501507AE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4785"/>
            <a:ext cx="12192000" cy="276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092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With top 100 genes, RF selection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Devon Svoboda</dc:creator>
  <cp:lastModifiedBy>Devon Svoboda</cp:lastModifiedBy>
  <cp:revision>1</cp:revision>
  <dcterms:created xsi:type="dcterms:W3CDTF">2026-03-18T23:36:49Z</dcterms:created>
  <dcterms:modified xsi:type="dcterms:W3CDTF">2026-03-18T23:37:59Z</dcterms:modified>
</cp:coreProperties>
</file>