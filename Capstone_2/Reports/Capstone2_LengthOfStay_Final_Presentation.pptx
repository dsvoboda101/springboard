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270" r:id="rId4"/>
    <p:sldId id="267" r:id="rId5"/>
    <p:sldId id="269" r:id="rId6"/>
    <p:sldId id="274" r:id="rId7"/>
    <p:sldId id="281" r:id="rId8"/>
    <p:sldId id="275" r:id="rId9"/>
    <p:sldId id="277" r:id="rId10"/>
    <p:sldId id="278" r:id="rId11"/>
    <p:sldId id="282" r:id="rId12"/>
    <p:sldId id="284" r:id="rId13"/>
    <p:sldId id="279" r:id="rId14"/>
    <p:sldId id="280" r:id="rId15"/>
    <p:sldId id="287" r:id="rId16"/>
    <p:sldId id="291" r:id="rId17"/>
    <p:sldId id="290" r:id="rId18"/>
    <p:sldId id="292" r:id="rId19"/>
    <p:sldId id="294" r:id="rId20"/>
    <p:sldId id="272" r:id="rId21"/>
    <p:sldId id="298" r:id="rId22"/>
    <p:sldId id="300" r:id="rId23"/>
    <p:sldId id="266" r:id="rId24"/>
    <p:sldId id="296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7F"/>
    <a:srgbClr val="86E0FF"/>
    <a:srgbClr val="080504"/>
    <a:srgbClr val="B6D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03FA42-A65D-4108-B716-851CD1FFA61F}" v="1390" dt="2026-02-06T19:03:55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on Svoboda" userId="e411a559af336678" providerId="LiveId" clId="{73BEB1F0-4165-4E94-BBB1-92E96354BF43}"/>
    <pc:docChg chg="undo custSel addSld delSld modSld sldOrd modMainMaster">
      <pc:chgData name="Devon Svoboda" userId="e411a559af336678" providerId="LiveId" clId="{73BEB1F0-4165-4E94-BBB1-92E96354BF43}" dt="2026-02-06T19:14:26.135" v="6840" actId="1076"/>
      <pc:docMkLst>
        <pc:docMk/>
      </pc:docMkLst>
      <pc:sldChg chg="addSp delSp modSp mod setBg setClrOvrMap">
        <pc:chgData name="Devon Svoboda" userId="e411a559af336678" providerId="LiveId" clId="{73BEB1F0-4165-4E94-BBB1-92E96354BF43}" dt="2026-02-05T18:31:45.069" v="3212" actId="26606"/>
        <pc:sldMkLst>
          <pc:docMk/>
          <pc:sldMk cId="2765454792" sldId="256"/>
        </pc:sldMkLst>
        <pc:spChg chg="mo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2" creationId="{C8FFA6EE-1ABD-86CB-799E-4C0E999DE812}"/>
          </ac:spMkLst>
        </pc:spChg>
        <pc:spChg chg="mo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3" creationId="{FF03B05A-6374-613C-683C-07F261D1AD77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8" creationId="{577D6B2E-37A3-429E-A37C-F30ED6487282}"/>
          </ac:spMkLst>
        </pc:spChg>
        <pc:spChg chg="add del">
          <ac:chgData name="Devon Svoboda" userId="e411a559af336678" providerId="LiveId" clId="{73BEB1F0-4165-4E94-BBB1-92E96354BF43}" dt="2026-02-05T18:31:37.820" v="3209" actId="26606"/>
          <ac:spMkLst>
            <pc:docMk/>
            <pc:sldMk cId="2765454792" sldId="256"/>
            <ac:spMk id="9" creationId="{71B2258F-86CA-4D4D-8270-BC05FCDEBFB3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10" creationId="{5CEAD642-85CF-4750-8432-7C80C901F001}"/>
          </ac:spMkLst>
        </pc:spChg>
        <pc:spChg chg="add del">
          <ac:chgData name="Devon Svoboda" userId="e411a559af336678" providerId="LiveId" clId="{73BEB1F0-4165-4E94-BBB1-92E96354BF43}" dt="2026-02-05T18:31:45.040" v="3211" actId="26606"/>
          <ac:spMkLst>
            <pc:docMk/>
            <pc:sldMk cId="2765454792" sldId="256"/>
            <ac:spMk id="11" creationId="{8C790BE2-4E4F-4AAF-81A2-4A6F4885EBE6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12" creationId="{FA33EEAE-15D5-4119-8C1E-89D943F911EF}"/>
          </ac:spMkLst>
        </pc:spChg>
        <pc:spChg chg="add del">
          <ac:chgData name="Devon Svoboda" userId="e411a559af336678" providerId="LiveId" clId="{73BEB1F0-4165-4E94-BBB1-92E96354BF43}" dt="2026-02-05T18:31:45.040" v="3211" actId="26606"/>
          <ac:spMkLst>
            <pc:docMk/>
            <pc:sldMk cId="2765454792" sldId="256"/>
            <ac:spMk id="13" creationId="{D28B54C3-B57B-472A-B96E-1FCB67093DC2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14" creationId="{730D8B3B-9B80-4025-B934-26DC7D7CD231}"/>
          </ac:spMkLst>
        </pc:spChg>
        <pc:spChg chg="add del">
          <ac:chgData name="Devon Svoboda" userId="e411a559af336678" providerId="LiveId" clId="{73BEB1F0-4165-4E94-BBB1-92E96354BF43}" dt="2026-02-05T18:31:45.040" v="3211" actId="26606"/>
          <ac:spMkLst>
            <pc:docMk/>
            <pc:sldMk cId="2765454792" sldId="256"/>
            <ac:spMk id="15" creationId="{7DB3C429-F8DA-49B9-AF84-21996FCF78B5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16" creationId="{1064D5D5-227B-4F66-9AEA-46F570E793BD}"/>
          </ac:spMkLst>
        </pc:spChg>
        <pc:spChg chg="add del">
          <ac:chgData name="Devon Svoboda" userId="e411a559af336678" providerId="LiveId" clId="{73BEB1F0-4165-4E94-BBB1-92E96354BF43}" dt="2026-02-05T18:31:45.040" v="3211" actId="26606"/>
          <ac:spMkLst>
            <pc:docMk/>
            <pc:sldMk cId="2765454792" sldId="256"/>
            <ac:spMk id="17" creationId="{E12088DD-B1AD-40E0-8B86-1D87A2CCD9BE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18" creationId="{646B67A4-D328-4747-A82B-65E84FA46368}"/>
          </ac:spMkLst>
        </pc:spChg>
        <pc:spChg chg="add del">
          <ac:chgData name="Devon Svoboda" userId="e411a559af336678" providerId="LiveId" clId="{73BEB1F0-4165-4E94-BBB1-92E96354BF43}" dt="2026-02-05T18:31:45.040" v="3211" actId="26606"/>
          <ac:spMkLst>
            <pc:docMk/>
            <pc:sldMk cId="2765454792" sldId="256"/>
            <ac:spMk id="19" creationId="{C4C9F2B0-1044-46EB-8AEB-C3BFFDE6C2CC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20" creationId="{B5A1B09C-1565-46F8-B70F-621C5EB48A09}"/>
          </ac:spMkLst>
        </pc:spChg>
        <pc:spChg chg="add del">
          <ac:chgData name="Devon Svoboda" userId="e411a559af336678" providerId="LiveId" clId="{73BEB1F0-4165-4E94-BBB1-92E96354BF43}" dt="2026-02-05T18:31:45.040" v="3211" actId="26606"/>
          <ac:spMkLst>
            <pc:docMk/>
            <pc:sldMk cId="2765454792" sldId="256"/>
            <ac:spMk id="21" creationId="{0C395952-4E26-45A2-8756-2ADFD6E53C6E}"/>
          </ac:spMkLst>
        </pc:spChg>
        <pc:spChg chg="add del">
          <ac:chgData name="Devon Svoboda" userId="e411a559af336678" providerId="LiveId" clId="{73BEB1F0-4165-4E94-BBB1-92E96354BF43}" dt="2026-02-05T18:31:34.951" v="3207" actId="26606"/>
          <ac:spMkLst>
            <pc:docMk/>
            <pc:sldMk cId="2765454792" sldId="256"/>
            <ac:spMk id="22" creationId="{8C516CC8-80AC-446C-A56E-9F54B7210402}"/>
          </ac:spMkLst>
        </pc:spChg>
        <pc:spChg chg="add del">
          <ac:chgData name="Devon Svoboda" userId="e411a559af336678" providerId="LiveId" clId="{73BEB1F0-4165-4E94-BBB1-92E96354BF43}" dt="2026-02-05T18:31:45.040" v="3211" actId="26606"/>
          <ac:spMkLst>
            <pc:docMk/>
            <pc:sldMk cId="2765454792" sldId="256"/>
            <ac:spMk id="23" creationId="{4734BADF-9461-4621-B112-2D7BABEA7DD0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25" creationId="{577D6B2E-37A3-429E-A37C-F30ED6487282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26" creationId="{5CEAD642-85CF-4750-8432-7C80C901F001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27" creationId="{FA33EEAE-15D5-4119-8C1E-89D943F911EF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28" creationId="{730D8B3B-9B80-4025-B934-26DC7D7CD231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29" creationId="{1064D5D5-227B-4F66-9AEA-46F570E793BD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30" creationId="{646B67A4-D328-4747-A82B-65E84FA46368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31" creationId="{B5A1B09C-1565-46F8-B70F-621C5EB48A09}"/>
          </ac:spMkLst>
        </pc:spChg>
        <pc:spChg chg="add">
          <ac:chgData name="Devon Svoboda" userId="e411a559af336678" providerId="LiveId" clId="{73BEB1F0-4165-4E94-BBB1-92E96354BF43}" dt="2026-02-05T18:31:45.069" v="3212" actId="26606"/>
          <ac:spMkLst>
            <pc:docMk/>
            <pc:sldMk cId="2765454792" sldId="256"/>
            <ac:spMk id="32" creationId="{8C516CC8-80AC-446C-A56E-9F54B7210402}"/>
          </ac:spMkLst>
        </pc:spChg>
        <pc:picChg chg="add del">
          <ac:chgData name="Devon Svoboda" userId="e411a559af336678" providerId="LiveId" clId="{73BEB1F0-4165-4E94-BBB1-92E96354BF43}" dt="2026-02-05T18:31:37.820" v="3209" actId="26606"/>
          <ac:picMkLst>
            <pc:docMk/>
            <pc:sldMk cId="2765454792" sldId="256"/>
            <ac:picMk id="5" creationId="{537A4B26-425F-1F53-8158-70D6AF6B00F8}"/>
          </ac:picMkLst>
        </pc:picChg>
      </pc:sldChg>
      <pc:sldChg chg="addSp delSp modSp del mod ord modClrScheme chgLayout">
        <pc:chgData name="Devon Svoboda" userId="e411a559af336678" providerId="LiveId" clId="{73BEB1F0-4165-4E94-BBB1-92E96354BF43}" dt="2026-02-05T02:49:31.147" v="2420" actId="47"/>
        <pc:sldMkLst>
          <pc:docMk/>
          <pc:sldMk cId="1953314738" sldId="257"/>
        </pc:sldMkLst>
        <pc:spChg chg="add mod ord">
          <ac:chgData name="Devon Svoboda" userId="e411a559af336678" providerId="LiveId" clId="{73BEB1F0-4165-4E94-BBB1-92E96354BF43}" dt="2026-02-05T02:48:43.134" v="2415" actId="700"/>
          <ac:spMkLst>
            <pc:docMk/>
            <pc:sldMk cId="1953314738" sldId="257"/>
            <ac:spMk id="2" creationId="{8E88EA89-3DDA-3929-6321-6E8B599843A3}"/>
          </ac:spMkLst>
        </pc:spChg>
        <pc:grpChg chg="add del mod">
          <ac:chgData name="Devon Svoboda" userId="e411a559af336678" providerId="LiveId" clId="{73BEB1F0-4165-4E94-BBB1-92E96354BF43}" dt="2026-02-05T02:49:28.879" v="2419" actId="21"/>
          <ac:grpSpMkLst>
            <pc:docMk/>
            <pc:sldMk cId="1953314738" sldId="257"/>
            <ac:grpSpMk id="12" creationId="{5EA06445-6431-D6D6-542D-4AE959DE86DE}"/>
          </ac:grpSpMkLst>
        </pc:grpChg>
      </pc:sldChg>
      <pc:sldChg chg="del ord">
        <pc:chgData name="Devon Svoboda" userId="e411a559af336678" providerId="LiveId" clId="{73BEB1F0-4165-4E94-BBB1-92E96354BF43}" dt="2026-02-05T18:56:35.653" v="4235" actId="47"/>
        <pc:sldMkLst>
          <pc:docMk/>
          <pc:sldMk cId="2122332648" sldId="258"/>
        </pc:sldMkLst>
      </pc:sldChg>
      <pc:sldChg chg="addSp delSp modSp new del mod modClrScheme chgLayout">
        <pc:chgData name="Devon Svoboda" userId="e411a559af336678" providerId="LiveId" clId="{73BEB1F0-4165-4E94-BBB1-92E96354BF43}" dt="2026-02-05T18:34:21.485" v="3245" actId="47"/>
        <pc:sldMkLst>
          <pc:docMk/>
          <pc:sldMk cId="23869122" sldId="259"/>
        </pc:sldMkLst>
        <pc:spChg chg="add mod ord">
          <ac:chgData name="Devon Svoboda" userId="e411a559af336678" providerId="LiveId" clId="{73BEB1F0-4165-4E94-BBB1-92E96354BF43}" dt="2026-02-05T01:36:36.617" v="873" actId="122"/>
          <ac:spMkLst>
            <pc:docMk/>
            <pc:sldMk cId="23869122" sldId="259"/>
            <ac:spMk id="2" creationId="{4F8124D0-93DF-0440-DBDC-FE69963E54E5}"/>
          </ac:spMkLst>
        </pc:spChg>
        <pc:spChg chg="add mod">
          <ac:chgData name="Devon Svoboda" userId="e411a559af336678" providerId="LiveId" clId="{73BEB1F0-4165-4E94-BBB1-92E96354BF43}" dt="2026-02-05T01:38:02.152" v="887" actId="13822"/>
          <ac:spMkLst>
            <pc:docMk/>
            <pc:sldMk cId="23869122" sldId="259"/>
            <ac:spMk id="3" creationId="{A6E63F17-A0C2-6A53-E4B0-CE49F05A4DF9}"/>
          </ac:spMkLst>
        </pc:spChg>
        <pc:spChg chg="add mod">
          <ac:chgData name="Devon Svoboda" userId="e411a559af336678" providerId="LiveId" clId="{73BEB1F0-4165-4E94-BBB1-92E96354BF43}" dt="2026-02-05T01:37:53.161" v="886" actId="13822"/>
          <ac:spMkLst>
            <pc:docMk/>
            <pc:sldMk cId="23869122" sldId="259"/>
            <ac:spMk id="5" creationId="{2198C40B-7C4C-E1B2-CE0F-D82032E8EB70}"/>
          </ac:spMkLst>
        </pc:spChg>
        <pc:spChg chg="add mod">
          <ac:chgData name="Devon Svoboda" userId="e411a559af336678" providerId="LiveId" clId="{73BEB1F0-4165-4E94-BBB1-92E96354BF43}" dt="2026-02-05T01:37:53.161" v="886" actId="13822"/>
          <ac:spMkLst>
            <pc:docMk/>
            <pc:sldMk cId="23869122" sldId="259"/>
            <ac:spMk id="7" creationId="{CE254019-8F1B-C5E3-83E9-5694F13E656A}"/>
          </ac:spMkLst>
        </pc:spChg>
        <pc:graphicFrameChg chg="add mod modGraphic">
          <ac:chgData name="Devon Svoboda" userId="e411a559af336678" providerId="LiveId" clId="{73BEB1F0-4165-4E94-BBB1-92E96354BF43}" dt="2026-02-05T01:37:17.490" v="880" actId="1076"/>
          <ac:graphicFrameMkLst>
            <pc:docMk/>
            <pc:sldMk cId="23869122" sldId="259"/>
            <ac:graphicFrameMk id="4" creationId="{AEEC9ADB-1F01-502F-B11E-2783EC2BCDF5}"/>
          </ac:graphicFrameMkLst>
        </pc:graphicFrameChg>
        <pc:graphicFrameChg chg="add del mod modGraphic">
          <ac:chgData name="Devon Svoboda" userId="e411a559af336678" providerId="LiveId" clId="{73BEB1F0-4165-4E94-BBB1-92E96354BF43}" dt="2026-02-05T01:36:10.429" v="838" actId="21"/>
          <ac:graphicFrameMkLst>
            <pc:docMk/>
            <pc:sldMk cId="23869122" sldId="259"/>
            <ac:graphicFrameMk id="6" creationId="{61E87C4C-77FA-A2A9-1DB6-4F7311CE1DF6}"/>
          </ac:graphicFrameMkLst>
        </pc:graphicFrameChg>
      </pc:sldChg>
      <pc:sldChg chg="addSp delSp modSp add del mod modClrScheme modAnim chgLayout">
        <pc:chgData name="Devon Svoboda" userId="e411a559af336678" providerId="LiveId" clId="{73BEB1F0-4165-4E94-BBB1-92E96354BF43}" dt="2026-02-05T18:08:28.725" v="2692" actId="47"/>
        <pc:sldMkLst>
          <pc:docMk/>
          <pc:sldMk cId="452334873" sldId="260"/>
        </pc:sldMkLst>
        <pc:spChg chg="add mod topLvl">
          <ac:chgData name="Devon Svoboda" userId="e411a559af336678" providerId="LiveId" clId="{73BEB1F0-4165-4E94-BBB1-92E96354BF43}" dt="2026-02-05T01:08:20.329" v="535" actId="165"/>
          <ac:spMkLst>
            <pc:docMk/>
            <pc:sldMk cId="452334873" sldId="260"/>
            <ac:spMk id="2" creationId="{33FF34A7-E676-6C60-CD05-113C8A568770}"/>
          </ac:spMkLst>
        </pc:spChg>
        <pc:spChg chg="add mod ord">
          <ac:chgData name="Devon Svoboda" userId="e411a559af336678" providerId="LiveId" clId="{73BEB1F0-4165-4E94-BBB1-92E96354BF43}" dt="2026-02-05T01:10:08.608" v="705" actId="122"/>
          <ac:spMkLst>
            <pc:docMk/>
            <pc:sldMk cId="452334873" sldId="260"/>
            <ac:spMk id="3" creationId="{76126235-F05F-205B-D5FC-26F5386CB531}"/>
          </ac:spMkLst>
        </pc:spChg>
        <pc:spChg chg="add mod ord topLvl">
          <ac:chgData name="Devon Svoboda" userId="e411a559af336678" providerId="LiveId" clId="{73BEB1F0-4165-4E94-BBB1-92E96354BF43}" dt="2026-02-05T01:08:20.329" v="535" actId="165"/>
          <ac:spMkLst>
            <pc:docMk/>
            <pc:sldMk cId="452334873" sldId="260"/>
            <ac:spMk id="4" creationId="{5CFBD86D-C08C-9B34-FFD4-39F28F1F68DF}"/>
          </ac:spMkLst>
        </pc:spChg>
        <pc:spChg chg="add mod">
          <ac:chgData name="Devon Svoboda" userId="e411a559af336678" providerId="LiveId" clId="{73BEB1F0-4165-4E94-BBB1-92E96354BF43}" dt="2026-02-05T01:10:50.046" v="729" actId="1076"/>
          <ac:spMkLst>
            <pc:docMk/>
            <pc:sldMk cId="452334873" sldId="260"/>
            <ac:spMk id="6" creationId="{56B8A1E6-6081-FD47-ECC4-996EEB9CE2F1}"/>
          </ac:spMkLst>
        </pc:spChg>
        <pc:spChg chg="add mod">
          <ac:chgData name="Devon Svoboda" userId="e411a559af336678" providerId="LiveId" clId="{73BEB1F0-4165-4E94-BBB1-92E96354BF43}" dt="2026-02-05T01:11:32.855" v="784" actId="1076"/>
          <ac:spMkLst>
            <pc:docMk/>
            <pc:sldMk cId="452334873" sldId="260"/>
            <ac:spMk id="7" creationId="{49AAB910-CCF7-B6F4-C620-104C0315AF81}"/>
          </ac:spMkLst>
        </pc:spChg>
        <pc:spChg chg="add mod">
          <ac:chgData name="Devon Svoboda" userId="e411a559af336678" providerId="LiveId" clId="{73BEB1F0-4165-4E94-BBB1-92E96354BF43}" dt="2026-02-05T01:11:52.066" v="797" actId="1076"/>
          <ac:spMkLst>
            <pc:docMk/>
            <pc:sldMk cId="452334873" sldId="260"/>
            <ac:spMk id="8" creationId="{BDF7B67F-1855-E31F-12F0-ADD50837729E}"/>
          </ac:spMkLst>
        </pc:spChg>
        <pc:spChg chg="add mod">
          <ac:chgData name="Devon Svoboda" userId="e411a559af336678" providerId="LiveId" clId="{73BEB1F0-4165-4E94-BBB1-92E96354BF43}" dt="2026-02-05T01:11:48.463" v="796" actId="1076"/>
          <ac:spMkLst>
            <pc:docMk/>
            <pc:sldMk cId="452334873" sldId="260"/>
            <ac:spMk id="10" creationId="{2D689E4D-E504-903F-E406-6A00F99FAC60}"/>
          </ac:spMkLst>
        </pc:spChg>
        <pc:spChg chg="mod ord topLvl">
          <ac:chgData name="Devon Svoboda" userId="e411a559af336678" providerId="LiveId" clId="{73BEB1F0-4165-4E94-BBB1-92E96354BF43}" dt="2026-02-05T01:08:20.329" v="535" actId="165"/>
          <ac:spMkLst>
            <pc:docMk/>
            <pc:sldMk cId="452334873" sldId="260"/>
            <ac:spMk id="19" creationId="{1EE464E2-76A8-CBCD-85B8-90DEB1A15BD1}"/>
          </ac:spMkLst>
        </pc:spChg>
        <pc:spChg chg="mod topLvl">
          <ac:chgData name="Devon Svoboda" userId="e411a559af336678" providerId="LiveId" clId="{73BEB1F0-4165-4E94-BBB1-92E96354BF43}" dt="2026-02-05T01:08:20.329" v="535" actId="165"/>
          <ac:spMkLst>
            <pc:docMk/>
            <pc:sldMk cId="452334873" sldId="260"/>
            <ac:spMk id="20" creationId="{05D68AE6-F41A-3BB9-7EE4-969E4EF8FA50}"/>
          </ac:spMkLst>
        </pc:spChg>
        <pc:grpChg chg="add del mod">
          <ac:chgData name="Devon Svoboda" userId="e411a559af336678" providerId="LiveId" clId="{73BEB1F0-4165-4E94-BBB1-92E96354BF43}" dt="2026-02-05T01:08:20.329" v="535" actId="165"/>
          <ac:grpSpMkLst>
            <pc:docMk/>
            <pc:sldMk cId="452334873" sldId="260"/>
            <ac:grpSpMk id="5" creationId="{67F061DA-342E-86F9-7753-D4CE552FD257}"/>
          </ac:grpSpMkLst>
        </pc:grpChg>
        <pc:grpChg chg="del mod topLvl">
          <ac:chgData name="Devon Svoboda" userId="e411a559af336678" providerId="LiveId" clId="{73BEB1F0-4165-4E94-BBB1-92E96354BF43}" dt="2026-02-05T01:12:12.382" v="798" actId="165"/>
          <ac:grpSpMkLst>
            <pc:docMk/>
            <pc:sldMk cId="452334873" sldId="260"/>
            <ac:grpSpMk id="18" creationId="{5D8F28FE-F127-4D11-ED03-AF3BE042CE6F}"/>
          </ac:grpSpMkLst>
        </pc:grpChg>
        <pc:picChg chg="mod topLvl">
          <ac:chgData name="Devon Svoboda" userId="e411a559af336678" providerId="LiveId" clId="{73BEB1F0-4165-4E94-BBB1-92E96354BF43}" dt="2026-02-05T01:12:12.382" v="798" actId="165"/>
          <ac:picMkLst>
            <pc:docMk/>
            <pc:sldMk cId="452334873" sldId="260"/>
            <ac:picMk id="9" creationId="{DA6C4C36-9886-C751-A888-F13872E8C6B6}"/>
          </ac:picMkLst>
        </pc:picChg>
        <pc:picChg chg="mod topLvl">
          <ac:chgData name="Devon Svoboda" userId="e411a559af336678" providerId="LiveId" clId="{73BEB1F0-4165-4E94-BBB1-92E96354BF43}" dt="2026-02-05T01:12:12.382" v="798" actId="165"/>
          <ac:picMkLst>
            <pc:docMk/>
            <pc:sldMk cId="452334873" sldId="260"/>
            <ac:picMk id="11" creationId="{27F771CB-2A7A-60E8-27D1-E36A261D3E3C}"/>
          </ac:picMkLst>
        </pc:picChg>
        <pc:picChg chg="mod ord topLvl">
          <ac:chgData name="Devon Svoboda" userId="e411a559af336678" providerId="LiveId" clId="{73BEB1F0-4165-4E94-BBB1-92E96354BF43}" dt="2026-02-05T01:12:12.382" v="798" actId="165"/>
          <ac:picMkLst>
            <pc:docMk/>
            <pc:sldMk cId="452334873" sldId="260"/>
            <ac:picMk id="15" creationId="{F3073538-820A-93AC-BAB0-52524DDC6CB4}"/>
          </ac:picMkLst>
        </pc:picChg>
        <pc:picChg chg="mod topLvl">
          <ac:chgData name="Devon Svoboda" userId="e411a559af336678" providerId="LiveId" clId="{73BEB1F0-4165-4E94-BBB1-92E96354BF43}" dt="2026-02-05T01:12:12.382" v="798" actId="165"/>
          <ac:picMkLst>
            <pc:docMk/>
            <pc:sldMk cId="452334873" sldId="260"/>
            <ac:picMk id="17" creationId="{B4727CA6-EB4D-9FC7-80BD-909B627AB899}"/>
          </ac:picMkLst>
        </pc:picChg>
      </pc:sldChg>
      <pc:sldChg chg="addSp delSp modSp new del mod ord">
        <pc:chgData name="Devon Svoboda" userId="e411a559af336678" providerId="LiveId" clId="{73BEB1F0-4165-4E94-BBB1-92E96354BF43}" dt="2026-02-05T18:42:50.667" v="3692" actId="47"/>
        <pc:sldMkLst>
          <pc:docMk/>
          <pc:sldMk cId="3242938195" sldId="261"/>
        </pc:sldMkLst>
        <pc:grpChg chg="add del mod">
          <ac:chgData name="Devon Svoboda" userId="e411a559af336678" providerId="LiveId" clId="{73BEB1F0-4165-4E94-BBB1-92E96354BF43}" dt="2026-02-05T18:42:45.943" v="3690" actId="21"/>
          <ac:grpSpMkLst>
            <pc:docMk/>
            <pc:sldMk cId="3242938195" sldId="261"/>
            <ac:grpSpMk id="11" creationId="{EF58478E-FE7B-9023-310F-880163E42C5B}"/>
          </ac:grpSpMkLst>
        </pc:grpChg>
        <pc:graphicFrameChg chg="add del mod">
          <ac:chgData name="Devon Svoboda" userId="e411a559af336678" providerId="LiveId" clId="{73BEB1F0-4165-4E94-BBB1-92E96354BF43}" dt="2026-02-05T18:42:45.943" v="3690" actId="21"/>
          <ac:graphicFrameMkLst>
            <pc:docMk/>
            <pc:sldMk cId="3242938195" sldId="261"/>
            <ac:graphicFrameMk id="2" creationId="{61E87C4C-77FA-A2A9-1DB6-4F7311CE1DF6}"/>
          </ac:graphicFrameMkLst>
        </pc:graphicFrameChg>
      </pc:sldChg>
      <pc:sldChg chg="addSp delSp modSp new del mod ord modClrScheme chgLayout">
        <pc:chgData name="Devon Svoboda" userId="e411a559af336678" providerId="LiveId" clId="{73BEB1F0-4165-4E94-BBB1-92E96354BF43}" dt="2026-02-05T18:56:32.890" v="4234" actId="47"/>
        <pc:sldMkLst>
          <pc:docMk/>
          <pc:sldMk cId="3337424634" sldId="262"/>
        </pc:sldMkLst>
      </pc:sldChg>
      <pc:sldChg chg="addSp delSp modSp new del mod ord">
        <pc:chgData name="Devon Svoboda" userId="e411a559af336678" providerId="LiveId" clId="{73BEB1F0-4165-4E94-BBB1-92E96354BF43}" dt="2026-02-05T02:51:05.952" v="2458" actId="47"/>
        <pc:sldMkLst>
          <pc:docMk/>
          <pc:sldMk cId="1120101778" sldId="263"/>
        </pc:sldMkLst>
        <pc:picChg chg="add del mod modCrop">
          <ac:chgData name="Devon Svoboda" userId="e411a559af336678" providerId="LiveId" clId="{73BEB1F0-4165-4E94-BBB1-92E96354BF43}" dt="2026-02-05T02:51:02.892" v="2457" actId="21"/>
          <ac:picMkLst>
            <pc:docMk/>
            <pc:sldMk cId="1120101778" sldId="263"/>
            <ac:picMk id="3" creationId="{D287EB52-CA3F-8310-181F-4FFC8833B5FC}"/>
          </ac:picMkLst>
        </pc:picChg>
      </pc:sldChg>
      <pc:sldChg chg="addSp modSp new del mod ord">
        <pc:chgData name="Devon Svoboda" userId="e411a559af336678" providerId="LiveId" clId="{73BEB1F0-4165-4E94-BBB1-92E96354BF43}" dt="2026-02-05T18:34:27.607" v="3246" actId="47"/>
        <pc:sldMkLst>
          <pc:docMk/>
          <pc:sldMk cId="1212414684" sldId="264"/>
        </pc:sldMkLst>
        <pc:picChg chg="add mod">
          <ac:chgData name="Devon Svoboda" userId="e411a559af336678" providerId="LiveId" clId="{73BEB1F0-4165-4E94-BBB1-92E96354BF43}" dt="2026-02-05T18:10:07.425" v="2704" actId="1076"/>
          <ac:picMkLst>
            <pc:docMk/>
            <pc:sldMk cId="1212414684" sldId="264"/>
            <ac:picMk id="2" creationId="{CD64636D-8511-AD0B-AF34-CEC27E75220E}"/>
          </ac:picMkLst>
        </pc:picChg>
      </pc:sldChg>
      <pc:sldChg chg="addSp delSp modSp new del mod ord">
        <pc:chgData name="Devon Svoboda" userId="e411a559af336678" providerId="LiveId" clId="{73BEB1F0-4165-4E94-BBB1-92E96354BF43}" dt="2026-02-05T18:44:12.375" v="3698" actId="47"/>
        <pc:sldMkLst>
          <pc:docMk/>
          <pc:sldMk cId="3398233115" sldId="265"/>
        </pc:sldMkLst>
        <pc:picChg chg="add del mod">
          <ac:chgData name="Devon Svoboda" userId="e411a559af336678" providerId="LiveId" clId="{73BEB1F0-4165-4E94-BBB1-92E96354BF43}" dt="2026-02-05T18:44:07.134" v="3696" actId="21"/>
          <ac:picMkLst>
            <pc:docMk/>
            <pc:sldMk cId="3398233115" sldId="265"/>
            <ac:picMk id="2" creationId="{B8F57506-9788-6E23-C737-82ADC97C49D4}"/>
          </ac:picMkLst>
        </pc:picChg>
        <pc:picChg chg="add del mod">
          <ac:chgData name="Devon Svoboda" userId="e411a559af336678" providerId="LiveId" clId="{73BEB1F0-4165-4E94-BBB1-92E96354BF43}" dt="2026-02-05T18:44:07.134" v="3696" actId="21"/>
          <ac:picMkLst>
            <pc:docMk/>
            <pc:sldMk cId="3398233115" sldId="265"/>
            <ac:picMk id="3" creationId="{01DD107F-6010-518D-B3AB-7531C17E7331}"/>
          </ac:picMkLst>
        </pc:picChg>
      </pc:sldChg>
      <pc:sldChg chg="addSp delSp modSp new mod modClrScheme chgLayout">
        <pc:chgData name="Devon Svoboda" userId="e411a559af336678" providerId="LiveId" clId="{73BEB1F0-4165-4E94-BBB1-92E96354BF43}" dt="2026-02-05T18:56:47.657" v="4253" actId="20577"/>
        <pc:sldMkLst>
          <pc:docMk/>
          <pc:sldMk cId="580589538" sldId="266"/>
        </pc:sldMkLst>
        <pc:spChg chg="add mod">
          <ac:chgData name="Devon Svoboda" userId="e411a559af336678" providerId="LiveId" clId="{73BEB1F0-4165-4E94-BBB1-92E96354BF43}" dt="2026-02-05T18:56:47.657" v="4253" actId="20577"/>
          <ac:spMkLst>
            <pc:docMk/>
            <pc:sldMk cId="580589538" sldId="266"/>
            <ac:spMk id="2" creationId="{B037DB4F-A3D1-C78D-6B8B-254E87256C45}"/>
          </ac:spMkLst>
        </pc:spChg>
        <pc:spChg chg="add del mod">
          <ac:chgData name="Devon Svoboda" userId="e411a559af336678" providerId="LiveId" clId="{73BEB1F0-4165-4E94-BBB1-92E96354BF43}" dt="2026-02-05T01:13:43.924" v="828" actId="478"/>
          <ac:spMkLst>
            <pc:docMk/>
            <pc:sldMk cId="580589538" sldId="266"/>
            <ac:spMk id="3" creationId="{5060E8FB-E6B3-C1FB-3EBC-3D9F2363A4E6}"/>
          </ac:spMkLst>
        </pc:spChg>
      </pc:sldChg>
      <pc:sldChg chg="addSp delSp modSp new mod setBg">
        <pc:chgData name="Devon Svoboda" userId="e411a559af336678" providerId="LiveId" clId="{73BEB1F0-4165-4E94-BBB1-92E96354BF43}" dt="2026-02-05T02:06:45" v="1576" actId="26606"/>
        <pc:sldMkLst>
          <pc:docMk/>
          <pc:sldMk cId="2809589607" sldId="267"/>
        </pc:sldMkLst>
        <pc:spChg chg="mod">
          <ac:chgData name="Devon Svoboda" userId="e411a559af336678" providerId="LiveId" clId="{73BEB1F0-4165-4E94-BBB1-92E96354BF43}" dt="2026-02-05T02:06:45" v="1576" actId="26606"/>
          <ac:spMkLst>
            <pc:docMk/>
            <pc:sldMk cId="2809589607" sldId="267"/>
            <ac:spMk id="2" creationId="{EC4E05E1-24C5-3BA1-8449-EDD61F097700}"/>
          </ac:spMkLst>
        </pc:spChg>
        <pc:spChg chg="del mod">
          <ac:chgData name="Devon Svoboda" userId="e411a559af336678" providerId="LiveId" clId="{73BEB1F0-4165-4E94-BBB1-92E96354BF43}" dt="2026-02-05T01:43:12.799" v="1025" actId="26606"/>
          <ac:spMkLst>
            <pc:docMk/>
            <pc:sldMk cId="2809589607" sldId="267"/>
            <ac:spMk id="3" creationId="{1A3A0584-8BA8-B427-B607-244CC6ED3FF1}"/>
          </ac:spMkLst>
        </pc:spChg>
        <pc:spChg chg="add del mod">
          <ac:chgData name="Devon Svoboda" userId="e411a559af336678" providerId="LiveId" clId="{73BEB1F0-4165-4E94-BBB1-92E96354BF43}" dt="2026-02-05T01:45:07.237" v="1035"/>
          <ac:spMkLst>
            <pc:docMk/>
            <pc:sldMk cId="2809589607" sldId="267"/>
            <ac:spMk id="4" creationId="{23E211CF-C928-D7BE-85F5-A7B5EDF0F6E3}"/>
          </ac:spMkLst>
        </pc:spChg>
        <pc:spChg chg="add del">
          <ac:chgData name="Devon Svoboda" userId="e411a559af336678" providerId="LiveId" clId="{73BEB1F0-4165-4E94-BBB1-92E96354BF43}" dt="2026-02-05T01:43:12.799" v="1025" actId="26606"/>
          <ac:spMkLst>
            <pc:docMk/>
            <pc:sldMk cId="2809589607" sldId="267"/>
            <ac:spMk id="8" creationId="{1B15ED52-F352-441B-82BF-E0EA34836D08}"/>
          </ac:spMkLst>
        </pc:spChg>
        <pc:spChg chg="add del">
          <ac:chgData name="Devon Svoboda" userId="e411a559af336678" providerId="LiveId" clId="{73BEB1F0-4165-4E94-BBB1-92E96354BF43}" dt="2026-02-05T01:43:12.799" v="1025" actId="26606"/>
          <ac:spMkLst>
            <pc:docMk/>
            <pc:sldMk cId="2809589607" sldId="267"/>
            <ac:spMk id="10" creationId="{3B2E3793-BFE6-45A2-9B7B-E18844431C99}"/>
          </ac:spMkLst>
        </pc:spChg>
        <pc:spChg chg="add del">
          <ac:chgData name="Devon Svoboda" userId="e411a559af336678" providerId="LiveId" clId="{73BEB1F0-4165-4E94-BBB1-92E96354BF43}" dt="2026-02-05T01:43:12.799" v="1025" actId="26606"/>
          <ac:spMkLst>
            <pc:docMk/>
            <pc:sldMk cId="2809589607" sldId="267"/>
            <ac:spMk id="12" creationId="{BC4C4868-CB8F-4AF9-9CDB-8108F2C19B67}"/>
          </ac:spMkLst>
        </pc:spChg>
        <pc:spChg chg="add del">
          <ac:chgData name="Devon Svoboda" userId="e411a559af336678" providerId="LiveId" clId="{73BEB1F0-4165-4E94-BBB1-92E96354BF43}" dt="2026-02-05T01:43:12.799" v="1025" actId="26606"/>
          <ac:spMkLst>
            <pc:docMk/>
            <pc:sldMk cId="2809589607" sldId="267"/>
            <ac:spMk id="14" creationId="{375E0459-6403-40CD-989D-56A4407CA12E}"/>
          </ac:spMkLst>
        </pc:spChg>
        <pc:spChg chg="add del">
          <ac:chgData name="Devon Svoboda" userId="e411a559af336678" providerId="LiveId" clId="{73BEB1F0-4165-4E94-BBB1-92E96354BF43}" dt="2026-02-05T01:43:12.799" v="1025" actId="26606"/>
          <ac:spMkLst>
            <pc:docMk/>
            <pc:sldMk cId="2809589607" sldId="267"/>
            <ac:spMk id="16" creationId="{53E5B1A8-3AC9-4BD1-9BBC-78CA94F2D1BA}"/>
          </ac:spMkLst>
        </pc:spChg>
        <pc:spChg chg="add del">
          <ac:chgData name="Devon Svoboda" userId="e411a559af336678" providerId="LiveId" clId="{73BEB1F0-4165-4E94-BBB1-92E96354BF43}" dt="2026-02-05T01:45:03.109" v="1033" actId="26606"/>
          <ac:spMkLst>
            <pc:docMk/>
            <pc:sldMk cId="2809589607" sldId="267"/>
            <ac:spMk id="22" creationId="{BACC6370-2D7E-4714-9D71-7542949D7D5D}"/>
          </ac:spMkLst>
        </pc:spChg>
        <pc:spChg chg="add del">
          <ac:chgData name="Devon Svoboda" userId="e411a559af336678" providerId="LiveId" clId="{73BEB1F0-4165-4E94-BBB1-92E96354BF43}" dt="2026-02-05T01:45:03.109" v="1033" actId="26606"/>
          <ac:spMkLst>
            <pc:docMk/>
            <pc:sldMk cId="2809589607" sldId="267"/>
            <ac:spMk id="24" creationId="{F68B3F68-107C-434F-AA38-110D5EA91B85}"/>
          </ac:spMkLst>
        </pc:spChg>
        <pc:spChg chg="add del">
          <ac:chgData name="Devon Svoboda" userId="e411a559af336678" providerId="LiveId" clId="{73BEB1F0-4165-4E94-BBB1-92E96354BF43}" dt="2026-02-05T01:45:03.109" v="1033" actId="26606"/>
          <ac:spMkLst>
            <pc:docMk/>
            <pc:sldMk cId="2809589607" sldId="267"/>
            <ac:spMk id="26" creationId="{AAD0DBB9-1A4B-4391-81D4-CB19F9AB918A}"/>
          </ac:spMkLst>
        </pc:spChg>
        <pc:spChg chg="add del">
          <ac:chgData name="Devon Svoboda" userId="e411a559af336678" providerId="LiveId" clId="{73BEB1F0-4165-4E94-BBB1-92E96354BF43}" dt="2026-02-05T01:45:03.109" v="1033" actId="26606"/>
          <ac:spMkLst>
            <pc:docMk/>
            <pc:sldMk cId="2809589607" sldId="267"/>
            <ac:spMk id="28" creationId="{063BBA22-50EA-4C4D-BE05-F1CE4E63AA56}"/>
          </ac:spMkLst>
        </pc:spChg>
        <pc:spChg chg="add del">
          <ac:chgData name="Devon Svoboda" userId="e411a559af336678" providerId="LiveId" clId="{73BEB1F0-4165-4E94-BBB1-92E96354BF43}" dt="2026-02-05T01:45:03.024" v="1032" actId="26606"/>
          <ac:spMkLst>
            <pc:docMk/>
            <pc:sldMk cId="2809589607" sldId="267"/>
            <ac:spMk id="33" creationId="{6C4028FD-8BAA-4A19-BFDE-594D991B7552}"/>
          </ac:spMkLst>
        </pc:spChg>
        <pc:spChg chg="add del">
          <ac:chgData name="Devon Svoboda" userId="e411a559af336678" providerId="LiveId" clId="{73BEB1F0-4165-4E94-BBB1-92E96354BF43}" dt="2026-02-05T02:00:55.309" v="1417" actId="26606"/>
          <ac:spMkLst>
            <pc:docMk/>
            <pc:sldMk cId="2809589607" sldId="267"/>
            <ac:spMk id="35" creationId="{F68B3F68-107C-434F-AA38-110D5EA91B85}"/>
          </ac:spMkLst>
        </pc:spChg>
        <pc:spChg chg="add del">
          <ac:chgData name="Devon Svoboda" userId="e411a559af336678" providerId="LiveId" clId="{73BEB1F0-4165-4E94-BBB1-92E96354BF43}" dt="2026-02-05T02:00:55.309" v="1417" actId="26606"/>
          <ac:spMkLst>
            <pc:docMk/>
            <pc:sldMk cId="2809589607" sldId="267"/>
            <ac:spMk id="36" creationId="{BACC6370-2D7E-4714-9D71-7542949D7D5D}"/>
          </ac:spMkLst>
        </pc:spChg>
        <pc:spChg chg="add del">
          <ac:chgData name="Devon Svoboda" userId="e411a559af336678" providerId="LiveId" clId="{73BEB1F0-4165-4E94-BBB1-92E96354BF43}" dt="2026-02-05T02:00:55.309" v="1417" actId="26606"/>
          <ac:spMkLst>
            <pc:docMk/>
            <pc:sldMk cId="2809589607" sldId="267"/>
            <ac:spMk id="37" creationId="{AAD0DBB9-1A4B-4391-81D4-CB19F9AB918A}"/>
          </ac:spMkLst>
        </pc:spChg>
        <pc:spChg chg="add del">
          <ac:chgData name="Devon Svoboda" userId="e411a559af336678" providerId="LiveId" clId="{73BEB1F0-4165-4E94-BBB1-92E96354BF43}" dt="2026-02-05T02:00:55.309" v="1417" actId="26606"/>
          <ac:spMkLst>
            <pc:docMk/>
            <pc:sldMk cId="2809589607" sldId="267"/>
            <ac:spMk id="39" creationId="{063BBA22-50EA-4C4D-BE05-F1CE4E63AA56}"/>
          </ac:spMkLst>
        </pc:spChg>
        <pc:spChg chg="add del">
          <ac:chgData name="Devon Svoboda" userId="e411a559af336678" providerId="LiveId" clId="{73BEB1F0-4165-4E94-BBB1-92E96354BF43}" dt="2026-02-05T02:02:04.907" v="1419" actId="26606"/>
          <ac:spMkLst>
            <pc:docMk/>
            <pc:sldMk cId="2809589607" sldId="267"/>
            <ac:spMk id="44" creationId="{955A2079-FA98-4876-80F0-72364A7D2EA4}"/>
          </ac:spMkLst>
        </pc:spChg>
        <pc:spChg chg="add del">
          <ac:chgData name="Devon Svoboda" userId="e411a559af336678" providerId="LiveId" clId="{73BEB1F0-4165-4E94-BBB1-92E96354BF43}" dt="2026-02-05T02:06:45" v="1576" actId="26606"/>
          <ac:spMkLst>
            <pc:docMk/>
            <pc:sldMk cId="2809589607" sldId="267"/>
            <ac:spMk id="49" creationId="{6C4028FD-8BAA-4A19-BFDE-594D991B7552}"/>
          </ac:spMkLst>
        </pc:spChg>
        <pc:spChg chg="add">
          <ac:chgData name="Devon Svoboda" userId="e411a559af336678" providerId="LiveId" clId="{73BEB1F0-4165-4E94-BBB1-92E96354BF43}" dt="2026-02-05T02:06:45" v="1576" actId="26606"/>
          <ac:spMkLst>
            <pc:docMk/>
            <pc:sldMk cId="2809589607" sldId="267"/>
            <ac:spMk id="54" creationId="{BACC6370-2D7E-4714-9D71-7542949D7D5D}"/>
          </ac:spMkLst>
        </pc:spChg>
        <pc:spChg chg="add">
          <ac:chgData name="Devon Svoboda" userId="e411a559af336678" providerId="LiveId" clId="{73BEB1F0-4165-4E94-BBB1-92E96354BF43}" dt="2026-02-05T02:06:45" v="1576" actId="26606"/>
          <ac:spMkLst>
            <pc:docMk/>
            <pc:sldMk cId="2809589607" sldId="267"/>
            <ac:spMk id="56" creationId="{F68B3F68-107C-434F-AA38-110D5EA91B85}"/>
          </ac:spMkLst>
        </pc:spChg>
        <pc:spChg chg="add">
          <ac:chgData name="Devon Svoboda" userId="e411a559af336678" providerId="LiveId" clId="{73BEB1F0-4165-4E94-BBB1-92E96354BF43}" dt="2026-02-05T02:06:45" v="1576" actId="26606"/>
          <ac:spMkLst>
            <pc:docMk/>
            <pc:sldMk cId="2809589607" sldId="267"/>
            <ac:spMk id="58" creationId="{AAD0DBB9-1A4B-4391-81D4-CB19F9AB918A}"/>
          </ac:spMkLst>
        </pc:spChg>
        <pc:spChg chg="add">
          <ac:chgData name="Devon Svoboda" userId="e411a559af336678" providerId="LiveId" clId="{73BEB1F0-4165-4E94-BBB1-92E96354BF43}" dt="2026-02-05T02:06:45" v="1576" actId="26606"/>
          <ac:spMkLst>
            <pc:docMk/>
            <pc:sldMk cId="2809589607" sldId="267"/>
            <ac:spMk id="60" creationId="{063BBA22-50EA-4C4D-BE05-F1CE4E63AA56}"/>
          </ac:spMkLst>
        </pc:spChg>
        <pc:graphicFrameChg chg="mod ord modGraphic">
          <ac:chgData name="Devon Svoboda" userId="e411a559af336678" providerId="LiveId" clId="{73BEB1F0-4165-4E94-BBB1-92E96354BF43}" dt="2026-02-05T02:06:45" v="1576" actId="26606"/>
          <ac:graphicFrameMkLst>
            <pc:docMk/>
            <pc:sldMk cId="2809589607" sldId="267"/>
            <ac:graphicFrameMk id="18" creationId="{B8961D8E-7904-AFB0-48B1-BAEE68B81D51}"/>
          </ac:graphicFrameMkLst>
        </pc:graphicFrameChg>
      </pc:sldChg>
      <pc:sldChg chg="delSp add del setBg delDesignElem">
        <pc:chgData name="Devon Svoboda" userId="e411a559af336678" providerId="LiveId" clId="{73BEB1F0-4165-4E94-BBB1-92E96354BF43}" dt="2026-02-05T01:45:48.393" v="1041" actId="47"/>
        <pc:sldMkLst>
          <pc:docMk/>
          <pc:sldMk cId="3092369546" sldId="268"/>
        </pc:sldMkLst>
        <pc:spChg chg="del">
          <ac:chgData name="Devon Svoboda" userId="e411a559af336678" providerId="LiveId" clId="{73BEB1F0-4165-4E94-BBB1-92E96354BF43}" dt="2026-02-05T01:45:30.535" v="1038"/>
          <ac:spMkLst>
            <pc:docMk/>
            <pc:sldMk cId="3092369546" sldId="268"/>
            <ac:spMk id="35" creationId="{24F4B10C-F7B6-5CAA-23E4-29CC9C7F4226}"/>
          </ac:spMkLst>
        </pc:spChg>
        <pc:spChg chg="del">
          <ac:chgData name="Devon Svoboda" userId="e411a559af336678" providerId="LiveId" clId="{73BEB1F0-4165-4E94-BBB1-92E96354BF43}" dt="2026-02-05T01:45:30.535" v="1038"/>
          <ac:spMkLst>
            <pc:docMk/>
            <pc:sldMk cId="3092369546" sldId="268"/>
            <ac:spMk id="36" creationId="{9A24E3CC-2C86-5CA7-1415-146AE9F9A1B0}"/>
          </ac:spMkLst>
        </pc:spChg>
        <pc:spChg chg="del">
          <ac:chgData name="Devon Svoboda" userId="e411a559af336678" providerId="LiveId" clId="{73BEB1F0-4165-4E94-BBB1-92E96354BF43}" dt="2026-02-05T01:45:30.535" v="1038"/>
          <ac:spMkLst>
            <pc:docMk/>
            <pc:sldMk cId="3092369546" sldId="268"/>
            <ac:spMk id="37" creationId="{8969D33B-99D5-BB51-1CB7-F3A4D63FA150}"/>
          </ac:spMkLst>
        </pc:spChg>
        <pc:spChg chg="del">
          <ac:chgData name="Devon Svoboda" userId="e411a559af336678" providerId="LiveId" clId="{73BEB1F0-4165-4E94-BBB1-92E96354BF43}" dt="2026-02-05T01:45:30.535" v="1038"/>
          <ac:spMkLst>
            <pc:docMk/>
            <pc:sldMk cId="3092369546" sldId="268"/>
            <ac:spMk id="39" creationId="{32674480-76F1-3BF9-B2B2-15E3CA44744C}"/>
          </ac:spMkLst>
        </pc:spChg>
      </pc:sldChg>
      <pc:sldChg chg="addSp delSp modSp add mod setBg modAnim delDesignElem">
        <pc:chgData name="Devon Svoboda" userId="e411a559af336678" providerId="LiveId" clId="{73BEB1F0-4165-4E94-BBB1-92E96354BF43}" dt="2026-02-06T18:57:35.045" v="6315"/>
        <pc:sldMkLst>
          <pc:docMk/>
          <pc:sldMk cId="1662507811" sldId="269"/>
        </pc:sldMkLst>
        <pc:spChg chg="mod">
          <ac:chgData name="Devon Svoboda" userId="e411a559af336678" providerId="LiveId" clId="{73BEB1F0-4165-4E94-BBB1-92E96354BF43}" dt="2026-02-05T01:46:12.251" v="1043" actId="26606"/>
          <ac:spMkLst>
            <pc:docMk/>
            <pc:sldMk cId="1662507811" sldId="269"/>
            <ac:spMk id="2" creationId="{5E9F85B9-6086-5979-E203-AF719701FCA9}"/>
          </ac:spMkLst>
        </pc:spChg>
        <pc:spChg chg="add mod">
          <ac:chgData name="Devon Svoboda" userId="e411a559af336678" providerId="LiveId" clId="{73BEB1F0-4165-4E94-BBB1-92E96354BF43}" dt="2026-02-05T02:06:31.486" v="1574" actId="12789"/>
          <ac:spMkLst>
            <pc:docMk/>
            <pc:sldMk cId="1662507811" sldId="269"/>
            <ac:spMk id="3" creationId="{9A001373-675B-F087-CE8A-5E027FA5BD63}"/>
          </ac:spMkLst>
        </pc:spChg>
        <pc:spChg chg="add mod">
          <ac:chgData name="Devon Svoboda" userId="e411a559af336678" providerId="LiveId" clId="{73BEB1F0-4165-4E94-BBB1-92E96354BF43}" dt="2026-02-05T02:06:34.584" v="1575" actId="408"/>
          <ac:spMkLst>
            <pc:docMk/>
            <pc:sldMk cId="1662507811" sldId="269"/>
            <ac:spMk id="4" creationId="{8B61010D-DC72-5F68-2220-11C316EE32F5}"/>
          </ac:spMkLst>
        </pc:spChg>
        <pc:spChg chg="add mod">
          <ac:chgData name="Devon Svoboda" userId="e411a559af336678" providerId="LiveId" clId="{73BEB1F0-4165-4E94-BBB1-92E96354BF43}" dt="2026-02-05T20:05:50.933" v="6298" actId="1076"/>
          <ac:spMkLst>
            <pc:docMk/>
            <pc:sldMk cId="1662507811" sldId="269"/>
            <ac:spMk id="5" creationId="{8E4080E1-B501-B9CD-BC89-7AFCD8044C9F}"/>
          </ac:spMkLst>
        </pc:spChg>
        <pc:spChg chg="add del mod">
          <ac:chgData name="Devon Svoboda" userId="e411a559af336678" providerId="LiveId" clId="{73BEB1F0-4165-4E94-BBB1-92E96354BF43}" dt="2026-02-05T02:02:48.780" v="1426" actId="478"/>
          <ac:spMkLst>
            <pc:docMk/>
            <pc:sldMk cId="1662507811" sldId="269"/>
            <ac:spMk id="7" creationId="{650C6D31-1F8A-91F6-F14C-4599F577C7D4}"/>
          </ac:spMkLst>
        </pc:spChg>
        <pc:spChg chg="add mod">
          <ac:chgData name="Devon Svoboda" userId="e411a559af336678" providerId="LiveId" clId="{73BEB1F0-4165-4E94-BBB1-92E96354BF43}" dt="2026-02-05T02:04:38.702" v="1550" actId="1076"/>
          <ac:spMkLst>
            <pc:docMk/>
            <pc:sldMk cId="1662507811" sldId="269"/>
            <ac:spMk id="9" creationId="{954398BB-5661-237D-BA6D-B3DF24765F5F}"/>
          </ac:spMkLst>
        </pc:spChg>
        <pc:spChg chg="add del mod">
          <ac:chgData name="Devon Svoboda" userId="e411a559af336678" providerId="LiveId" clId="{73BEB1F0-4165-4E94-BBB1-92E96354BF43}" dt="2026-02-05T02:05:29.038" v="1564" actId="478"/>
          <ac:spMkLst>
            <pc:docMk/>
            <pc:sldMk cId="1662507811" sldId="269"/>
            <ac:spMk id="10" creationId="{B7739A78-5279-14FA-6DED-7781D349EE04}"/>
          </ac:spMkLst>
        </pc:spChg>
        <pc:spChg chg="add del">
          <ac:chgData name="Devon Svoboda" userId="e411a559af336678" providerId="LiveId" clId="{73BEB1F0-4165-4E94-BBB1-92E96354BF43}" dt="2026-02-05T01:46:12.251" v="1043" actId="26606"/>
          <ac:spMkLst>
            <pc:docMk/>
            <pc:sldMk cId="1662507811" sldId="269"/>
            <ac:spMk id="23" creationId="{BACC6370-2D7E-4714-9D71-7542949D7D5D}"/>
          </ac:spMkLst>
        </pc:spChg>
        <pc:spChg chg="add del">
          <ac:chgData name="Devon Svoboda" userId="e411a559af336678" providerId="LiveId" clId="{73BEB1F0-4165-4E94-BBB1-92E96354BF43}" dt="2026-02-05T01:46:12.251" v="1043" actId="26606"/>
          <ac:spMkLst>
            <pc:docMk/>
            <pc:sldMk cId="1662507811" sldId="269"/>
            <ac:spMk id="25" creationId="{F68B3F68-107C-434F-AA38-110D5EA91B85}"/>
          </ac:spMkLst>
        </pc:spChg>
        <pc:spChg chg="add del">
          <ac:chgData name="Devon Svoboda" userId="e411a559af336678" providerId="LiveId" clId="{73BEB1F0-4165-4E94-BBB1-92E96354BF43}" dt="2026-02-05T01:46:12.251" v="1043" actId="26606"/>
          <ac:spMkLst>
            <pc:docMk/>
            <pc:sldMk cId="1662507811" sldId="269"/>
            <ac:spMk id="27" creationId="{AAD0DBB9-1A4B-4391-81D4-CB19F9AB918A}"/>
          </ac:spMkLst>
        </pc:spChg>
        <pc:spChg chg="add del">
          <ac:chgData name="Devon Svoboda" userId="e411a559af336678" providerId="LiveId" clId="{73BEB1F0-4165-4E94-BBB1-92E96354BF43}" dt="2026-02-05T01:46:12.251" v="1043" actId="26606"/>
          <ac:spMkLst>
            <pc:docMk/>
            <pc:sldMk cId="1662507811" sldId="269"/>
            <ac:spMk id="29" creationId="{063BBA22-50EA-4C4D-BE05-F1CE4E63AA56}"/>
          </ac:spMkLst>
        </pc:spChg>
        <pc:spChg chg="del">
          <ac:chgData name="Devon Svoboda" userId="e411a559af336678" providerId="LiveId" clId="{73BEB1F0-4165-4E94-BBB1-92E96354BF43}" dt="2026-02-05T01:45:37.741" v="1040"/>
          <ac:spMkLst>
            <pc:docMk/>
            <pc:sldMk cId="1662507811" sldId="269"/>
            <ac:spMk id="35" creationId="{387E6F4B-E41D-7A29-78E1-9AB184DABBEA}"/>
          </ac:spMkLst>
        </pc:spChg>
        <pc:spChg chg="del">
          <ac:chgData name="Devon Svoboda" userId="e411a559af336678" providerId="LiveId" clId="{73BEB1F0-4165-4E94-BBB1-92E96354BF43}" dt="2026-02-05T01:45:37.741" v="1040"/>
          <ac:spMkLst>
            <pc:docMk/>
            <pc:sldMk cId="1662507811" sldId="269"/>
            <ac:spMk id="36" creationId="{1F54EE33-8A99-0559-B31E-A4E2C6F26354}"/>
          </ac:spMkLst>
        </pc:spChg>
        <pc:spChg chg="del">
          <ac:chgData name="Devon Svoboda" userId="e411a559af336678" providerId="LiveId" clId="{73BEB1F0-4165-4E94-BBB1-92E96354BF43}" dt="2026-02-05T01:45:37.741" v="1040"/>
          <ac:spMkLst>
            <pc:docMk/>
            <pc:sldMk cId="1662507811" sldId="269"/>
            <ac:spMk id="37" creationId="{BC6DCC5F-FD61-EEFF-127D-38F6BDFAB55C}"/>
          </ac:spMkLst>
        </pc:spChg>
        <pc:spChg chg="del">
          <ac:chgData name="Devon Svoboda" userId="e411a559af336678" providerId="LiveId" clId="{73BEB1F0-4165-4E94-BBB1-92E96354BF43}" dt="2026-02-05T01:45:37.741" v="1040"/>
          <ac:spMkLst>
            <pc:docMk/>
            <pc:sldMk cId="1662507811" sldId="269"/>
            <ac:spMk id="39" creationId="{C8B96811-CFCB-AB4A-EEB1-6A3AFCFF0217}"/>
          </ac:spMkLst>
        </pc:spChg>
        <pc:graphicFrameChg chg="add del mod modGraphic">
          <ac:chgData name="Devon Svoboda" userId="e411a559af336678" providerId="LiveId" clId="{73BEB1F0-4165-4E94-BBB1-92E96354BF43}" dt="2026-02-05T20:05:38.011" v="6295" actId="478"/>
          <ac:graphicFrameMkLst>
            <pc:docMk/>
            <pc:sldMk cId="1662507811" sldId="269"/>
            <ac:graphicFrameMk id="8" creationId="{BE778342-E672-70A6-C5FB-2B5248EB5D2D}"/>
          </ac:graphicFrameMkLst>
        </pc:graphicFrameChg>
        <pc:graphicFrameChg chg="add mod">
          <ac:chgData name="Devon Svoboda" userId="e411a559af336678" providerId="LiveId" clId="{73BEB1F0-4165-4E94-BBB1-92E96354BF43}" dt="2026-02-05T20:05:47.551" v="6297" actId="1076"/>
          <ac:graphicFrameMkLst>
            <pc:docMk/>
            <pc:sldMk cId="1662507811" sldId="269"/>
            <ac:graphicFrameMk id="11" creationId="{5E707D2A-FF05-49D2-571B-98928A20842C}"/>
          </ac:graphicFrameMkLst>
        </pc:graphicFrameChg>
        <pc:graphicFrameChg chg="del mod modGraphic">
          <ac:chgData name="Devon Svoboda" userId="e411a559af336678" providerId="LiveId" clId="{73BEB1F0-4165-4E94-BBB1-92E96354BF43}" dt="2026-02-05T02:02:28.850" v="1420" actId="478"/>
          <ac:graphicFrameMkLst>
            <pc:docMk/>
            <pc:sldMk cId="1662507811" sldId="269"/>
            <ac:graphicFrameMk id="18" creationId="{B5F46744-A29B-E0A8-04C9-D43571C80E2A}"/>
          </ac:graphicFrameMkLst>
        </pc:graphicFrameChg>
      </pc:sldChg>
      <pc:sldChg chg="addSp delSp modSp new mod ord setBg">
        <pc:chgData name="Devon Svoboda" userId="e411a559af336678" providerId="LiveId" clId="{73BEB1F0-4165-4E94-BBB1-92E96354BF43}" dt="2026-02-05T20:02:01.522" v="6183"/>
        <pc:sldMkLst>
          <pc:docMk/>
          <pc:sldMk cId="734017222" sldId="270"/>
        </pc:sldMkLst>
        <pc:spChg chg="del">
          <ac:chgData name="Devon Svoboda" userId="e411a559af336678" providerId="LiveId" clId="{73BEB1F0-4165-4E94-BBB1-92E96354BF43}" dt="2026-02-05T01:57:40.886" v="1367" actId="26606"/>
          <ac:spMkLst>
            <pc:docMk/>
            <pc:sldMk cId="734017222" sldId="270"/>
            <ac:spMk id="2" creationId="{C77B56C8-BEE9-01BF-E203-773C389C96D6}"/>
          </ac:spMkLst>
        </pc:spChg>
        <pc:spChg chg="del">
          <ac:chgData name="Devon Svoboda" userId="e411a559af336678" providerId="LiveId" clId="{73BEB1F0-4165-4E94-BBB1-92E96354BF43}" dt="2026-02-05T01:57:40.886" v="1367" actId="26606"/>
          <ac:spMkLst>
            <pc:docMk/>
            <pc:sldMk cId="734017222" sldId="270"/>
            <ac:spMk id="3" creationId="{69BF1699-F023-B510-6982-7806C65B0FD1}"/>
          </ac:spMkLst>
        </pc:spChg>
        <pc:spChg chg="add">
          <ac:chgData name="Devon Svoboda" userId="e411a559af336678" providerId="LiveId" clId="{73BEB1F0-4165-4E94-BBB1-92E96354BF43}" dt="2026-02-05T01:57:40.886" v="1367" actId="26606"/>
          <ac:spMkLst>
            <pc:docMk/>
            <pc:sldMk cId="734017222" sldId="270"/>
            <ac:spMk id="10" creationId="{AB8C311F-7253-4AED-9701-7FC0708C41C7}"/>
          </ac:spMkLst>
        </pc:spChg>
        <pc:spChg chg="add">
          <ac:chgData name="Devon Svoboda" userId="e411a559af336678" providerId="LiveId" clId="{73BEB1F0-4165-4E94-BBB1-92E96354BF43}" dt="2026-02-05T01:57:40.886" v="1367" actId="26606"/>
          <ac:spMkLst>
            <pc:docMk/>
            <pc:sldMk cId="734017222" sldId="270"/>
            <ac:spMk id="12" creationId="{E2384209-CB15-4CDF-9D31-C44FD9A3F20D}"/>
          </ac:spMkLst>
        </pc:spChg>
        <pc:spChg chg="add">
          <ac:chgData name="Devon Svoboda" userId="e411a559af336678" providerId="LiveId" clId="{73BEB1F0-4165-4E94-BBB1-92E96354BF43}" dt="2026-02-05T01:57:40.886" v="1367" actId="26606"/>
          <ac:spMkLst>
            <pc:docMk/>
            <pc:sldMk cId="734017222" sldId="270"/>
            <ac:spMk id="14" creationId="{2633B3B5-CC90-43F0-8714-D31D1F3F0209}"/>
          </ac:spMkLst>
        </pc:spChg>
        <pc:spChg chg="add">
          <ac:chgData name="Devon Svoboda" userId="e411a559af336678" providerId="LiveId" clId="{73BEB1F0-4165-4E94-BBB1-92E96354BF43}" dt="2026-02-05T01:57:40.886" v="1367" actId="26606"/>
          <ac:spMkLst>
            <pc:docMk/>
            <pc:sldMk cId="734017222" sldId="270"/>
            <ac:spMk id="16" creationId="{A8D57A06-A426-446D-B02C-A2DC6B62E45E}"/>
          </ac:spMkLst>
        </pc:spChg>
        <pc:picChg chg="add mod">
          <ac:chgData name="Devon Svoboda" userId="e411a559af336678" providerId="LiveId" clId="{73BEB1F0-4165-4E94-BBB1-92E96354BF43}" dt="2026-02-05T01:57:40.886" v="1367" actId="26606"/>
          <ac:picMkLst>
            <pc:docMk/>
            <pc:sldMk cId="734017222" sldId="270"/>
            <ac:picMk id="5" creationId="{61AEA178-1D1F-0EA3-5512-C48CBE680784}"/>
          </ac:picMkLst>
        </pc:picChg>
      </pc:sldChg>
      <pc:sldChg chg="addSp delSp modSp new mod ord setBg">
        <pc:chgData name="Devon Svoboda" userId="e411a559af336678" providerId="LiveId" clId="{73BEB1F0-4165-4E94-BBB1-92E96354BF43}" dt="2026-02-05T20:02:07.638" v="6185"/>
        <pc:sldMkLst>
          <pc:docMk/>
          <pc:sldMk cId="3271273708" sldId="271"/>
        </pc:sldMkLst>
        <pc:spChg chg="mod">
          <ac:chgData name="Devon Svoboda" userId="e411a559af336678" providerId="LiveId" clId="{73BEB1F0-4165-4E94-BBB1-92E96354BF43}" dt="2026-02-05T02:21:04.221" v="1684" actId="20577"/>
          <ac:spMkLst>
            <pc:docMk/>
            <pc:sldMk cId="3271273708" sldId="271"/>
            <ac:spMk id="2" creationId="{2F1C775F-21F8-3333-4F6D-F2B52309C3F3}"/>
          </ac:spMkLst>
        </pc:spChg>
        <pc:spChg chg="del">
          <ac:chgData name="Devon Svoboda" userId="e411a559af336678" providerId="LiveId" clId="{73BEB1F0-4165-4E94-BBB1-92E96354BF43}" dt="2026-02-05T01:56:46.520" v="1358" actId="478"/>
          <ac:spMkLst>
            <pc:docMk/>
            <pc:sldMk cId="3271273708" sldId="271"/>
            <ac:spMk id="3" creationId="{6BEB378E-1B05-1C3B-DC1E-246D04933196}"/>
          </ac:spMkLst>
        </pc:spChg>
        <pc:spChg chg="add mod">
          <ac:chgData name="Devon Svoboda" userId="e411a559af336678" providerId="LiveId" clId="{73BEB1F0-4165-4E94-BBB1-92E96354BF43}" dt="2026-02-05T19:55:53.765" v="5828" actId="1076"/>
          <ac:spMkLst>
            <pc:docMk/>
            <pc:sldMk cId="3271273708" sldId="271"/>
            <ac:spMk id="10" creationId="{4B70F032-2776-EDF4-38C9-C635BC74F3EB}"/>
          </ac:spMkLst>
        </pc:spChg>
        <pc:spChg chg="add">
          <ac:chgData name="Devon Svoboda" userId="e411a559af336678" providerId="LiveId" clId="{73BEB1F0-4165-4E94-BBB1-92E96354BF43}" dt="2026-02-05T01:57:52.640" v="1368" actId="26606"/>
          <ac:spMkLst>
            <pc:docMk/>
            <pc:sldMk cId="3271273708" sldId="271"/>
            <ac:spMk id="12" creationId="{2151139A-886F-4B97-8815-729AD3831BBD}"/>
          </ac:spMkLst>
        </pc:spChg>
        <pc:spChg chg="add">
          <ac:chgData name="Devon Svoboda" userId="e411a559af336678" providerId="LiveId" clId="{73BEB1F0-4165-4E94-BBB1-92E96354BF43}" dt="2026-02-05T01:57:52.640" v="1368" actId="26606"/>
          <ac:spMkLst>
            <pc:docMk/>
            <pc:sldMk cId="3271273708" sldId="271"/>
            <ac:spMk id="14" creationId="{AB5E08C4-8CDD-4623-A5B8-E998C6DEE3B7}"/>
          </ac:spMkLst>
        </pc:spChg>
        <pc:spChg chg="add">
          <ac:chgData name="Devon Svoboda" userId="e411a559af336678" providerId="LiveId" clId="{73BEB1F0-4165-4E94-BBB1-92E96354BF43}" dt="2026-02-05T01:57:52.640" v="1368" actId="26606"/>
          <ac:spMkLst>
            <pc:docMk/>
            <pc:sldMk cId="3271273708" sldId="271"/>
            <ac:spMk id="16" creationId="{15F33878-D502-4FFA-8ACE-F2AECDB2A23F}"/>
          </ac:spMkLst>
        </pc:spChg>
        <pc:spChg chg="add">
          <ac:chgData name="Devon Svoboda" userId="e411a559af336678" providerId="LiveId" clId="{73BEB1F0-4165-4E94-BBB1-92E96354BF43}" dt="2026-02-05T01:57:52.640" v="1368" actId="26606"/>
          <ac:spMkLst>
            <pc:docMk/>
            <pc:sldMk cId="3271273708" sldId="271"/>
            <ac:spMk id="18" creationId="{D3539FEE-81D3-4406-802E-60B20B16F4F6}"/>
          </ac:spMkLst>
        </pc:spChg>
        <pc:spChg chg="add">
          <ac:chgData name="Devon Svoboda" userId="e411a559af336678" providerId="LiveId" clId="{73BEB1F0-4165-4E94-BBB1-92E96354BF43}" dt="2026-02-05T01:57:52.640" v="1368" actId="26606"/>
          <ac:spMkLst>
            <pc:docMk/>
            <pc:sldMk cId="3271273708" sldId="271"/>
            <ac:spMk id="20" creationId="{DC701763-729E-462F-A5A8-E0DEFEB1E2E4}"/>
          </ac:spMkLst>
        </pc:spChg>
        <pc:picChg chg="add mod ord">
          <ac:chgData name="Devon Svoboda" userId="e411a559af336678" providerId="LiveId" clId="{73BEB1F0-4165-4E94-BBB1-92E96354BF43}" dt="2026-02-05T20:00:41.242" v="6136" actId="1076"/>
          <ac:picMkLst>
            <pc:docMk/>
            <pc:sldMk cId="3271273708" sldId="271"/>
            <ac:picMk id="5" creationId="{54FB8B6C-E56C-E4F1-9104-7AA0DF470904}"/>
          </ac:picMkLst>
        </pc:picChg>
        <pc:picChg chg="add mod">
          <ac:chgData name="Devon Svoboda" userId="e411a559af336678" providerId="LiveId" clId="{73BEB1F0-4165-4E94-BBB1-92E96354BF43}" dt="2026-02-05T20:00:39.983" v="6135" actId="1076"/>
          <ac:picMkLst>
            <pc:docMk/>
            <pc:sldMk cId="3271273708" sldId="271"/>
            <ac:picMk id="7" creationId="{B5142713-7763-309C-085E-A7DC70063D69}"/>
          </ac:picMkLst>
        </pc:picChg>
        <pc:picChg chg="add mod">
          <ac:chgData name="Devon Svoboda" userId="e411a559af336678" providerId="LiveId" clId="{73BEB1F0-4165-4E94-BBB1-92E96354BF43}" dt="2026-02-05T20:00:32.394" v="6133" actId="1076"/>
          <ac:picMkLst>
            <pc:docMk/>
            <pc:sldMk cId="3271273708" sldId="271"/>
            <ac:picMk id="9" creationId="{CBD660BB-0EB8-5ACD-68B3-42B8F6C4B953}"/>
          </ac:picMkLst>
        </pc:picChg>
      </pc:sldChg>
      <pc:sldChg chg="addSp delSp modSp new mod ord setBg modClrScheme chgLayout">
        <pc:chgData name="Devon Svoboda" userId="e411a559af336678" providerId="LiveId" clId="{73BEB1F0-4165-4E94-BBB1-92E96354BF43}" dt="2026-02-05T02:17:15.975" v="1672"/>
        <pc:sldMkLst>
          <pc:docMk/>
          <pc:sldMk cId="3415123753" sldId="272"/>
        </pc:sldMkLst>
        <pc:spChg chg="del mod ord">
          <ac:chgData name="Devon Svoboda" userId="e411a559af336678" providerId="LiveId" clId="{73BEB1F0-4165-4E94-BBB1-92E96354BF43}" dt="2026-02-05T02:11:30.958" v="1580" actId="700"/>
          <ac:spMkLst>
            <pc:docMk/>
            <pc:sldMk cId="3415123753" sldId="272"/>
            <ac:spMk id="2" creationId="{F6182626-F8DB-C57E-EA2A-FF3E23D9263D}"/>
          </ac:spMkLst>
        </pc:spChg>
        <pc:spChg chg="del">
          <ac:chgData name="Devon Svoboda" userId="e411a559af336678" providerId="LiveId" clId="{73BEB1F0-4165-4E94-BBB1-92E96354BF43}" dt="2026-02-05T02:11:30.958" v="1580" actId="700"/>
          <ac:spMkLst>
            <pc:docMk/>
            <pc:sldMk cId="3415123753" sldId="272"/>
            <ac:spMk id="3" creationId="{CC546E4D-BB36-0F00-36BD-40C9DAE8AAC0}"/>
          </ac:spMkLst>
        </pc:spChg>
        <pc:spChg chg="add mod ord">
          <ac:chgData name="Devon Svoboda" userId="e411a559af336678" providerId="LiveId" clId="{73BEB1F0-4165-4E94-BBB1-92E96354BF43}" dt="2026-02-05T02:11:55.823" v="1615" actId="20577"/>
          <ac:spMkLst>
            <pc:docMk/>
            <pc:sldMk cId="3415123753" sldId="272"/>
            <ac:spMk id="4" creationId="{D0D52298-DFDA-E5C4-8B67-5EB4AE73D180}"/>
          </ac:spMkLst>
        </pc:spChg>
        <pc:spChg chg="add mod">
          <ac:chgData name="Devon Svoboda" userId="e411a559af336678" providerId="LiveId" clId="{73BEB1F0-4165-4E94-BBB1-92E96354BF43}" dt="2026-02-05T02:14:45.726" v="1650" actId="114"/>
          <ac:spMkLst>
            <pc:docMk/>
            <pc:sldMk cId="3415123753" sldId="272"/>
            <ac:spMk id="5" creationId="{F013FD7B-CAB9-2799-3B58-062CBD0D6F8B}"/>
          </ac:spMkLst>
        </pc:spChg>
        <pc:spChg chg="add mod">
          <ac:chgData name="Devon Svoboda" userId="e411a559af336678" providerId="LiveId" clId="{73BEB1F0-4165-4E94-BBB1-92E96354BF43}" dt="2026-02-05T02:17:09.493" v="1670" actId="14100"/>
          <ac:spMkLst>
            <pc:docMk/>
            <pc:sldMk cId="3415123753" sldId="272"/>
            <ac:spMk id="6" creationId="{A5C419F3-7F94-F5B5-79C0-4F50FE108E3C}"/>
          </ac:spMkLst>
        </pc:spChg>
        <pc:spChg chg="add mod">
          <ac:chgData name="Devon Svoboda" userId="e411a559af336678" providerId="LiveId" clId="{73BEB1F0-4165-4E94-BBB1-92E96354BF43}" dt="2026-02-05T02:16:08.849" v="1666" actId="14100"/>
          <ac:spMkLst>
            <pc:docMk/>
            <pc:sldMk cId="3415123753" sldId="272"/>
            <ac:spMk id="7" creationId="{77C297C4-DFC2-8717-85E4-B3866DFD0C5F}"/>
          </ac:spMkLst>
        </pc:spChg>
        <pc:spChg chg="add mod">
          <ac:chgData name="Devon Svoboda" userId="e411a559af336678" providerId="LiveId" clId="{73BEB1F0-4165-4E94-BBB1-92E96354BF43}" dt="2026-02-05T02:16:40.671" v="1669" actId="14100"/>
          <ac:spMkLst>
            <pc:docMk/>
            <pc:sldMk cId="3415123753" sldId="272"/>
            <ac:spMk id="8" creationId="{F7F6AC8D-89C4-140C-C299-A2305266A31B}"/>
          </ac:spMkLst>
        </pc:spChg>
        <pc:spChg chg="add">
          <ac:chgData name="Devon Svoboda" userId="e411a559af336678" providerId="LiveId" clId="{73BEB1F0-4165-4E94-BBB1-92E96354BF43}" dt="2026-02-05T02:11:38.673" v="1582" actId="26606"/>
          <ac:spMkLst>
            <pc:docMk/>
            <pc:sldMk cId="3415123753" sldId="272"/>
            <ac:spMk id="1031" creationId="{A8384FB5-9ADC-4DDC-881B-597D56F5B15D}"/>
          </ac:spMkLst>
        </pc:spChg>
        <pc:spChg chg="add">
          <ac:chgData name="Devon Svoboda" userId="e411a559af336678" providerId="LiveId" clId="{73BEB1F0-4165-4E94-BBB1-92E96354BF43}" dt="2026-02-05T02:11:38.673" v="1582" actId="26606"/>
          <ac:spMkLst>
            <pc:docMk/>
            <pc:sldMk cId="3415123753" sldId="272"/>
            <ac:spMk id="1033" creationId="{91E5A9A7-95C6-4F4F-B00E-C82E07FE62EF}"/>
          </ac:spMkLst>
        </pc:spChg>
        <pc:spChg chg="add">
          <ac:chgData name="Devon Svoboda" userId="e411a559af336678" providerId="LiveId" clId="{73BEB1F0-4165-4E94-BBB1-92E96354BF43}" dt="2026-02-05T02:11:38.673" v="1582" actId="26606"/>
          <ac:spMkLst>
            <pc:docMk/>
            <pc:sldMk cId="3415123753" sldId="272"/>
            <ac:spMk id="1035" creationId="{D07DD2DE-F619-49DD-B5E7-03A290FF4ED1}"/>
          </ac:spMkLst>
        </pc:spChg>
        <pc:spChg chg="add">
          <ac:chgData name="Devon Svoboda" userId="e411a559af336678" providerId="LiveId" clId="{73BEB1F0-4165-4E94-BBB1-92E96354BF43}" dt="2026-02-05T02:11:38.673" v="1582" actId="26606"/>
          <ac:spMkLst>
            <pc:docMk/>
            <pc:sldMk cId="3415123753" sldId="272"/>
            <ac:spMk id="1037" creationId="{85149191-5F60-4A28-AAFF-039F96B0F3EC}"/>
          </ac:spMkLst>
        </pc:spChg>
        <pc:spChg chg="add">
          <ac:chgData name="Devon Svoboda" userId="e411a559af336678" providerId="LiveId" clId="{73BEB1F0-4165-4E94-BBB1-92E96354BF43}" dt="2026-02-05T02:11:38.673" v="1582" actId="26606"/>
          <ac:spMkLst>
            <pc:docMk/>
            <pc:sldMk cId="3415123753" sldId="272"/>
            <ac:spMk id="1039" creationId="{F8260ED5-17F7-4158-B241-D51DD4CF1B7E}"/>
          </ac:spMkLst>
        </pc:spChg>
        <pc:picChg chg="add mod">
          <ac:chgData name="Devon Svoboda" userId="e411a559af336678" providerId="LiveId" clId="{73BEB1F0-4165-4E94-BBB1-92E96354BF43}" dt="2026-02-05T02:15:49.008" v="1663" actId="1076"/>
          <ac:picMkLst>
            <pc:docMk/>
            <pc:sldMk cId="3415123753" sldId="272"/>
            <ac:picMk id="1026" creationId="{A8493F25-8110-EB66-9A00-9D624F3985E7}"/>
          </ac:picMkLst>
        </pc:picChg>
      </pc:sldChg>
      <pc:sldChg chg="addSp delSp modSp new del mod modClrScheme delAnim modAnim chgLayout">
        <pc:chgData name="Devon Svoboda" userId="e411a559af336678" providerId="LiveId" clId="{73BEB1F0-4165-4E94-BBB1-92E96354BF43}" dt="2026-02-05T02:47:59.054" v="2413" actId="47"/>
        <pc:sldMkLst>
          <pc:docMk/>
          <pc:sldMk cId="323367834" sldId="273"/>
        </pc:sldMkLst>
        <pc:spChg chg="del mod ord">
          <ac:chgData name="Devon Svoboda" userId="e411a559af336678" providerId="LiveId" clId="{73BEB1F0-4165-4E94-BBB1-92E96354BF43}" dt="2026-02-05T02:22:06.213" v="1686" actId="700"/>
          <ac:spMkLst>
            <pc:docMk/>
            <pc:sldMk cId="323367834" sldId="273"/>
            <ac:spMk id="2" creationId="{540CB17B-DAD4-1C10-D9E2-EC1681AD00D5}"/>
          </ac:spMkLst>
        </pc:spChg>
        <pc:spChg chg="del mod ord">
          <ac:chgData name="Devon Svoboda" userId="e411a559af336678" providerId="LiveId" clId="{73BEB1F0-4165-4E94-BBB1-92E96354BF43}" dt="2026-02-05T02:22:06.213" v="1686" actId="700"/>
          <ac:spMkLst>
            <pc:docMk/>
            <pc:sldMk cId="323367834" sldId="273"/>
            <ac:spMk id="3" creationId="{825DBECE-F17B-7ED2-77CC-1C745DE6C167}"/>
          </ac:spMkLst>
        </pc:spChg>
        <pc:spChg chg="add del mod ord">
          <ac:chgData name="Devon Svoboda" userId="e411a559af336678" providerId="LiveId" clId="{73BEB1F0-4165-4E94-BBB1-92E96354BF43}" dt="2026-02-05T02:22:08.485" v="1687" actId="700"/>
          <ac:spMkLst>
            <pc:docMk/>
            <pc:sldMk cId="323367834" sldId="273"/>
            <ac:spMk id="4" creationId="{B88933F6-60FC-5D8F-8B17-0D51C5F8F3F7}"/>
          </ac:spMkLst>
        </pc:spChg>
        <pc:spChg chg="add del mod ord">
          <ac:chgData name="Devon Svoboda" userId="e411a559af336678" providerId="LiveId" clId="{73BEB1F0-4165-4E94-BBB1-92E96354BF43}" dt="2026-02-05T02:22:08.485" v="1687" actId="700"/>
          <ac:spMkLst>
            <pc:docMk/>
            <pc:sldMk cId="323367834" sldId="273"/>
            <ac:spMk id="5" creationId="{3A42A719-7787-8264-EA0F-E1BD862F9E17}"/>
          </ac:spMkLst>
        </pc:spChg>
        <pc:spChg chg="add del mod ord">
          <ac:chgData name="Devon Svoboda" userId="e411a559af336678" providerId="LiveId" clId="{73BEB1F0-4165-4E94-BBB1-92E96354BF43}" dt="2026-02-05T02:22:08.485" v="1687" actId="700"/>
          <ac:spMkLst>
            <pc:docMk/>
            <pc:sldMk cId="323367834" sldId="273"/>
            <ac:spMk id="6" creationId="{D5499323-FB4E-E91B-FBC6-9323B0D64FCC}"/>
          </ac:spMkLst>
        </pc:spChg>
        <pc:spChg chg="add mod ord">
          <ac:chgData name="Devon Svoboda" userId="e411a559af336678" providerId="LiveId" clId="{73BEB1F0-4165-4E94-BBB1-92E96354BF43}" dt="2026-02-05T02:23:13.295" v="1741" actId="20577"/>
          <ac:spMkLst>
            <pc:docMk/>
            <pc:sldMk cId="323367834" sldId="273"/>
            <ac:spMk id="7" creationId="{AC0A8292-CE38-FEE5-C798-89994B5D64DD}"/>
          </ac:spMkLst>
        </pc:spChg>
        <pc:spChg chg="add del mod or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8" creationId="{B65914CA-8CAD-9B1E-6BAE-240E5A4809A0}"/>
          </ac:spMkLst>
        </pc:spChg>
        <pc:spChg chg="add del mod or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9" creationId="{C2D4918C-2FFD-479F-CCBE-1CCA12857CEE}"/>
          </ac:spMkLst>
        </pc:spChg>
        <pc:spChg chg="add del mod or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10" creationId="{20B2C0E3-5879-3D61-4B3A-2C689B04E05D}"/>
          </ac:spMkLst>
        </pc:spChg>
        <pc:spChg chg="add del mod or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11" creationId="{2430B9F9-D37A-217C-396F-646E822EAEB9}"/>
          </ac:spMkLst>
        </pc:spChg>
        <pc:spChg chg="add del mo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12" creationId="{97FD6910-3C4F-FAFA-5D8C-7895DEFB944B}"/>
          </ac:spMkLst>
        </pc:spChg>
        <pc:spChg chg="add mo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14" creationId="{6B07B45D-7342-BC22-7EB0-76DF966C1E9B}"/>
          </ac:spMkLst>
        </pc:spChg>
        <pc:spChg chg="add mo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16" creationId="{6B86A500-1E66-2983-77D6-57033943D0A2}"/>
          </ac:spMkLst>
        </pc:spChg>
        <pc:spChg chg="add mo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18" creationId="{C07F0BB7-D642-3258-EBDA-980166C04816}"/>
          </ac:spMkLst>
        </pc:spChg>
        <pc:spChg chg="add mod">
          <ac:chgData name="Devon Svoboda" userId="e411a559af336678" providerId="LiveId" clId="{73BEB1F0-4165-4E94-BBB1-92E96354BF43}" dt="2026-02-05T02:40:32.134" v="2387" actId="21"/>
          <ac:spMkLst>
            <pc:docMk/>
            <pc:sldMk cId="323367834" sldId="273"/>
            <ac:spMk id="20" creationId="{2CC60F75-ED01-7476-4B20-670BAB0DEF4F}"/>
          </ac:spMkLst>
        </pc:spChg>
      </pc:sldChg>
      <pc:sldChg chg="addSp delSp modSp add mod modAnim">
        <pc:chgData name="Devon Svoboda" userId="e411a559af336678" providerId="LiveId" clId="{73BEB1F0-4165-4E94-BBB1-92E96354BF43}" dt="2026-02-05T02:47:36.891" v="2412"/>
        <pc:sldMkLst>
          <pc:docMk/>
          <pc:sldMk cId="2474404194" sldId="274"/>
        </pc:sldMkLst>
        <pc:spChg chg="del mod">
          <ac:chgData name="Devon Svoboda" userId="e411a559af336678" providerId="LiveId" clId="{73BEB1F0-4165-4E94-BBB1-92E96354BF43}" dt="2026-02-05T02:40:04.499" v="2368" actId="478"/>
          <ac:spMkLst>
            <pc:docMk/>
            <pc:sldMk cId="2474404194" sldId="274"/>
            <ac:spMk id="2" creationId="{B5CB49BA-DDC2-E60F-04D9-CC8A10590432}"/>
          </ac:spMkLst>
        </pc:spChg>
        <pc:spChg chg="add del mod">
          <ac:chgData name="Devon Svoboda" userId="e411a559af336678" providerId="LiveId" clId="{73BEB1F0-4165-4E94-BBB1-92E96354BF43}" dt="2026-02-05T02:40:09.507" v="2370" actId="478"/>
          <ac:spMkLst>
            <pc:docMk/>
            <pc:sldMk cId="2474404194" sldId="274"/>
            <ac:spMk id="4" creationId="{4E179146-9FC9-D061-CE61-937A4CFDB7DD}"/>
          </ac:spMkLst>
        </pc:spChg>
        <pc:spChg chg="add mod">
          <ac:chgData name="Devon Svoboda" userId="e411a559af336678" providerId="LiveId" clId="{73BEB1F0-4165-4E94-BBB1-92E96354BF43}" dt="2026-02-05T02:40:21.154" v="2386" actId="20577"/>
          <ac:spMkLst>
            <pc:docMk/>
            <pc:sldMk cId="2474404194" sldId="274"/>
            <ac:spMk id="6" creationId="{F424688E-FB26-697C-A4D9-F5B6CD6C25D9}"/>
          </ac:spMkLst>
        </pc:spChg>
        <pc:spChg chg="add mod">
          <ac:chgData name="Devon Svoboda" userId="e411a559af336678" providerId="LiveId" clId="{73BEB1F0-4165-4E94-BBB1-92E96354BF43}" dt="2026-02-05T02:41:19.187" v="2390" actId="5793"/>
          <ac:spMkLst>
            <pc:docMk/>
            <pc:sldMk cId="2474404194" sldId="274"/>
            <ac:spMk id="8" creationId="{B65914CA-8CAD-9B1E-6BAE-240E5A4809A0}"/>
          </ac:spMkLst>
        </pc:spChg>
        <pc:spChg chg="add mod">
          <ac:chgData name="Devon Svoboda" userId="e411a559af336678" providerId="LiveId" clId="{73BEB1F0-4165-4E94-BBB1-92E96354BF43}" dt="2026-02-05T02:47:30.217" v="2410" actId="1076"/>
          <ac:spMkLst>
            <pc:docMk/>
            <pc:sldMk cId="2474404194" sldId="274"/>
            <ac:spMk id="9" creationId="{C2D4918C-2FFD-479F-CCBE-1CCA12857CEE}"/>
          </ac:spMkLst>
        </pc:spChg>
        <pc:spChg chg="add mod">
          <ac:chgData name="Devon Svoboda" userId="e411a559af336678" providerId="LiveId" clId="{73BEB1F0-4165-4E94-BBB1-92E96354BF43}" dt="2026-02-05T02:41:22.003" v="2391" actId="5793"/>
          <ac:spMkLst>
            <pc:docMk/>
            <pc:sldMk cId="2474404194" sldId="274"/>
            <ac:spMk id="10" creationId="{20B2C0E3-5879-3D61-4B3A-2C689B04E05D}"/>
          </ac:spMkLst>
        </pc:spChg>
        <pc:spChg chg="add mod">
          <ac:chgData name="Devon Svoboda" userId="e411a559af336678" providerId="LiveId" clId="{73BEB1F0-4165-4E94-BBB1-92E96354BF43}" dt="2026-02-05T02:47:30.217" v="2410" actId="1076"/>
          <ac:spMkLst>
            <pc:docMk/>
            <pc:sldMk cId="2474404194" sldId="274"/>
            <ac:spMk id="11" creationId="{2430B9F9-D37A-217C-396F-646E822EAEB9}"/>
          </ac:spMkLst>
        </pc:spChg>
        <pc:spChg chg="add mod">
          <ac:chgData name="Devon Svoboda" userId="e411a559af336678" providerId="LiveId" clId="{73BEB1F0-4165-4E94-BBB1-92E96354BF43}" dt="2026-02-05T02:47:33.259" v="2411" actId="1076"/>
          <ac:spMkLst>
            <pc:docMk/>
            <pc:sldMk cId="2474404194" sldId="274"/>
            <ac:spMk id="13" creationId="{97FD6910-3C4F-FAFA-5D8C-7895DEFB944B}"/>
          </ac:spMkLst>
        </pc:spChg>
        <pc:picChg chg="del">
          <ac:chgData name="Devon Svoboda" userId="e411a559af336678" providerId="LiveId" clId="{73BEB1F0-4165-4E94-BBB1-92E96354BF43}" dt="2026-02-05T02:38:59.065" v="2348" actId="478"/>
          <ac:picMkLst>
            <pc:docMk/>
            <pc:sldMk cId="2474404194" sldId="274"/>
            <ac:picMk id="5" creationId="{31A91ABF-0C0F-AB96-F097-CDB24A089CAC}"/>
          </ac:picMkLst>
        </pc:picChg>
        <pc:picChg chg="del">
          <ac:chgData name="Devon Svoboda" userId="e411a559af336678" providerId="LiveId" clId="{73BEB1F0-4165-4E94-BBB1-92E96354BF43}" dt="2026-02-05T02:39:00.159" v="2349" actId="478"/>
          <ac:picMkLst>
            <pc:docMk/>
            <pc:sldMk cId="2474404194" sldId="274"/>
            <ac:picMk id="7" creationId="{6D900C05-D967-A310-2A03-EEE48FF3E121}"/>
          </ac:picMkLst>
        </pc:picChg>
      </pc:sldChg>
      <pc:sldChg chg="addSp delSp modSp add mod">
        <pc:chgData name="Devon Svoboda" userId="e411a559af336678" providerId="LiveId" clId="{73BEB1F0-4165-4E94-BBB1-92E96354BF43}" dt="2026-02-05T02:50:42.299" v="2454" actId="14100"/>
        <pc:sldMkLst>
          <pc:docMk/>
          <pc:sldMk cId="1969302838" sldId="275"/>
        </pc:sldMkLst>
        <pc:spChg chg="mod">
          <ac:chgData name="Devon Svoboda" userId="e411a559af336678" providerId="LiveId" clId="{73BEB1F0-4165-4E94-BBB1-92E96354BF43}" dt="2026-02-05T02:49:37.038" v="2422"/>
          <ac:spMkLst>
            <pc:docMk/>
            <pc:sldMk cId="1969302838" sldId="275"/>
            <ac:spMk id="3" creationId="{9503718F-C98B-268E-520C-AB0D3E48F0CA}"/>
          </ac:spMkLst>
        </pc:spChg>
        <pc:spChg chg="mod">
          <ac:chgData name="Devon Svoboda" userId="e411a559af336678" providerId="LiveId" clId="{73BEB1F0-4165-4E94-BBB1-92E96354BF43}" dt="2026-02-05T02:50:25.863" v="2452" actId="14100"/>
          <ac:spMkLst>
            <pc:docMk/>
            <pc:sldMk cId="1969302838" sldId="275"/>
            <ac:spMk id="4" creationId="{875580D5-5E61-E5C8-ADC8-EE147B6461AE}"/>
          </ac:spMkLst>
        </pc:spChg>
        <pc:spChg chg="del">
          <ac:chgData name="Devon Svoboda" userId="e411a559af336678" providerId="LiveId" clId="{73BEB1F0-4165-4E94-BBB1-92E96354BF43}" dt="2026-02-05T02:49:22.030" v="2418" actId="478"/>
          <ac:spMkLst>
            <pc:docMk/>
            <pc:sldMk cId="1969302838" sldId="275"/>
            <ac:spMk id="5" creationId="{1B041DA1-936D-C371-7C8A-8E95AA7F9C4B}"/>
          </ac:spMkLst>
        </pc:spChg>
        <pc:spChg chg="del">
          <ac:chgData name="Devon Svoboda" userId="e411a559af336678" providerId="LiveId" clId="{73BEB1F0-4165-4E94-BBB1-92E96354BF43}" dt="2026-02-05T02:49:35.722" v="2421" actId="478"/>
          <ac:spMkLst>
            <pc:docMk/>
            <pc:sldMk cId="1969302838" sldId="275"/>
            <ac:spMk id="6" creationId="{0A6D84C0-064E-8137-9924-2CB7811F23F0}"/>
          </ac:spMkLst>
        </pc:spChg>
        <pc:spChg chg="del">
          <ac:chgData name="Devon Svoboda" userId="e411a559af336678" providerId="LiveId" clId="{73BEB1F0-4165-4E94-BBB1-92E96354BF43}" dt="2026-02-05T02:49:35.722" v="2421" actId="478"/>
          <ac:spMkLst>
            <pc:docMk/>
            <pc:sldMk cId="1969302838" sldId="275"/>
            <ac:spMk id="7" creationId="{0B32C553-D836-5E6D-6F05-1568B5DB2802}"/>
          </ac:spMkLst>
        </pc:spChg>
        <pc:spChg chg="del">
          <ac:chgData name="Devon Svoboda" userId="e411a559af336678" providerId="LiveId" clId="{73BEB1F0-4165-4E94-BBB1-92E96354BF43}" dt="2026-02-05T02:49:35.722" v="2421" actId="478"/>
          <ac:spMkLst>
            <pc:docMk/>
            <pc:sldMk cId="1969302838" sldId="275"/>
            <ac:spMk id="8" creationId="{44B43FEB-2F93-B162-D1AE-1D55B25E1164}"/>
          </ac:spMkLst>
        </pc:spChg>
        <pc:spChg chg="mod">
          <ac:chgData name="Devon Svoboda" userId="e411a559af336678" providerId="LiveId" clId="{73BEB1F0-4165-4E94-BBB1-92E96354BF43}" dt="2026-02-05T02:49:37.038" v="2422"/>
          <ac:spMkLst>
            <pc:docMk/>
            <pc:sldMk cId="1969302838" sldId="275"/>
            <ac:spMk id="9" creationId="{E7B16A6F-C12F-28BC-28B7-BCF02635A19F}"/>
          </ac:spMkLst>
        </pc:spChg>
        <pc:spChg chg="mod">
          <ac:chgData name="Devon Svoboda" userId="e411a559af336678" providerId="LiveId" clId="{73BEB1F0-4165-4E94-BBB1-92E96354BF43}" dt="2026-02-05T02:49:37.038" v="2422"/>
          <ac:spMkLst>
            <pc:docMk/>
            <pc:sldMk cId="1969302838" sldId="275"/>
            <ac:spMk id="11" creationId="{5953F2C6-3402-1048-D42E-F239DA7CFCD4}"/>
          </ac:spMkLst>
        </pc:spChg>
        <pc:spChg chg="mod">
          <ac:chgData name="Devon Svoboda" userId="e411a559af336678" providerId="LiveId" clId="{73BEB1F0-4165-4E94-BBB1-92E96354BF43}" dt="2026-02-05T02:49:37.038" v="2422"/>
          <ac:spMkLst>
            <pc:docMk/>
            <pc:sldMk cId="1969302838" sldId="275"/>
            <ac:spMk id="13" creationId="{E4983786-1BB3-7C5A-E4AB-A0ECE7B22DF8}"/>
          </ac:spMkLst>
        </pc:spChg>
        <pc:grpChg chg="add mod">
          <ac:chgData name="Devon Svoboda" userId="e411a559af336678" providerId="LiveId" clId="{73BEB1F0-4165-4E94-BBB1-92E96354BF43}" dt="2026-02-05T02:50:42.299" v="2454" actId="14100"/>
          <ac:grpSpMkLst>
            <pc:docMk/>
            <pc:sldMk cId="1969302838" sldId="275"/>
            <ac:grpSpMk id="12" creationId="{5EA06445-6431-D6D6-542D-4AE959DE86DE}"/>
          </ac:grpSpMkLst>
        </pc:grpChg>
        <pc:picChg chg="mod">
          <ac:chgData name="Devon Svoboda" userId="e411a559af336678" providerId="LiveId" clId="{73BEB1F0-4165-4E94-BBB1-92E96354BF43}" dt="2026-02-05T02:49:37.038" v="2422"/>
          <ac:picMkLst>
            <pc:docMk/>
            <pc:sldMk cId="1969302838" sldId="275"/>
            <ac:picMk id="2" creationId="{A65E3765-646A-E18F-211F-76A51A5ED84B}"/>
          </ac:picMkLst>
        </pc:picChg>
        <pc:picChg chg="mod">
          <ac:chgData name="Devon Svoboda" userId="e411a559af336678" providerId="LiveId" clId="{73BEB1F0-4165-4E94-BBB1-92E96354BF43}" dt="2026-02-05T02:49:37.038" v="2422"/>
          <ac:picMkLst>
            <pc:docMk/>
            <pc:sldMk cId="1969302838" sldId="275"/>
            <ac:picMk id="10" creationId="{9B66B63D-FB1C-7015-2604-C0E2D4604D0B}"/>
          </ac:picMkLst>
        </pc:picChg>
        <pc:picChg chg="del">
          <ac:chgData name="Devon Svoboda" userId="e411a559af336678" providerId="LiveId" clId="{73BEB1F0-4165-4E94-BBB1-92E96354BF43}" dt="2026-02-05T02:49:20.407" v="2417" actId="478"/>
          <ac:picMkLst>
            <pc:docMk/>
            <pc:sldMk cId="1969302838" sldId="275"/>
            <ac:picMk id="1026" creationId="{A603FF9E-8449-AA5B-7A0A-677EE1A49B8A}"/>
          </ac:picMkLst>
        </pc:picChg>
      </pc:sldChg>
      <pc:sldChg chg="addSp delSp modSp add del mod">
        <pc:chgData name="Devon Svoboda" userId="e411a559af336678" providerId="LiveId" clId="{73BEB1F0-4165-4E94-BBB1-92E96354BF43}" dt="2026-02-05T18:03:41.476" v="2473" actId="47"/>
        <pc:sldMkLst>
          <pc:docMk/>
          <pc:sldMk cId="568438112" sldId="276"/>
        </pc:sldMkLst>
        <pc:grpChg chg="del">
          <ac:chgData name="Devon Svoboda" userId="e411a559af336678" providerId="LiveId" clId="{73BEB1F0-4165-4E94-BBB1-92E96354BF43}" dt="2026-02-05T02:50:57.787" v="2456" actId="478"/>
          <ac:grpSpMkLst>
            <pc:docMk/>
            <pc:sldMk cId="568438112" sldId="276"/>
            <ac:grpSpMk id="12" creationId="{77FCDEB1-C41E-EA89-44E2-70C3F0A538B4}"/>
          </ac:grpSpMkLst>
        </pc:grpChg>
        <pc:picChg chg="add del mod">
          <ac:chgData name="Devon Svoboda" userId="e411a559af336678" providerId="LiveId" clId="{73BEB1F0-4165-4E94-BBB1-92E96354BF43}" dt="2026-02-05T18:03:29.199" v="2468" actId="21"/>
          <ac:picMkLst>
            <pc:docMk/>
            <pc:sldMk cId="568438112" sldId="276"/>
            <ac:picMk id="5" creationId="{D287EB52-CA3F-8310-181F-4FFC8833B5FC}"/>
          </ac:picMkLst>
        </pc:picChg>
      </pc:sldChg>
      <pc:sldChg chg="addSp delSp modSp add mod delAnim modAnim">
        <pc:chgData name="Devon Svoboda" userId="e411a559af336678" providerId="LiveId" clId="{73BEB1F0-4165-4E94-BBB1-92E96354BF43}" dt="2026-02-05T18:09:24.882" v="2700" actId="1076"/>
        <pc:sldMkLst>
          <pc:docMk/>
          <pc:sldMk cId="555593129" sldId="277"/>
        </pc:sldMkLst>
        <pc:spChg chg="add mod">
          <ac:chgData name="Devon Svoboda" userId="e411a559af336678" providerId="LiveId" clId="{73BEB1F0-4165-4E94-BBB1-92E96354BF43}" dt="2026-02-05T18:06:58.760" v="2637" actId="1076"/>
          <ac:spMkLst>
            <pc:docMk/>
            <pc:sldMk cId="555593129" sldId="277"/>
            <ac:spMk id="2" creationId="{3D8AEE6D-ADDE-9782-3467-CC309AA0B512}"/>
          </ac:spMkLst>
        </pc:spChg>
        <pc:spChg chg="mod">
          <ac:chgData name="Devon Svoboda" userId="e411a559af336678" providerId="LiveId" clId="{73BEB1F0-4165-4E94-BBB1-92E96354BF43}" dt="2026-02-05T18:09:24.882" v="2700" actId="1076"/>
          <ac:spMkLst>
            <pc:docMk/>
            <pc:sldMk cId="555593129" sldId="277"/>
            <ac:spMk id="6" creationId="{8B282A00-8A63-07B4-543D-D1CFE9545C66}"/>
          </ac:spMkLst>
        </pc:spChg>
        <pc:spChg chg="del">
          <ac:chgData name="Devon Svoboda" userId="e411a559af336678" providerId="LiveId" clId="{73BEB1F0-4165-4E94-BBB1-92E96354BF43}" dt="2026-02-05T18:03:24.240" v="2466" actId="478"/>
          <ac:spMkLst>
            <pc:docMk/>
            <pc:sldMk cId="555593129" sldId="277"/>
            <ac:spMk id="8" creationId="{80C2EA1C-BFDE-322B-89D4-BC32B8212C05}"/>
          </ac:spMkLst>
        </pc:spChg>
        <pc:spChg chg="del">
          <ac:chgData name="Devon Svoboda" userId="e411a559af336678" providerId="LiveId" clId="{73BEB1F0-4165-4E94-BBB1-92E96354BF43}" dt="2026-02-05T18:03:23.016" v="2465" actId="478"/>
          <ac:spMkLst>
            <pc:docMk/>
            <pc:sldMk cId="555593129" sldId="277"/>
            <ac:spMk id="9" creationId="{0A4F5DBC-3160-156E-669E-AC623098FA4C}"/>
          </ac:spMkLst>
        </pc:spChg>
        <pc:spChg chg="del">
          <ac:chgData name="Devon Svoboda" userId="e411a559af336678" providerId="LiveId" clId="{73BEB1F0-4165-4E94-BBB1-92E96354BF43}" dt="2026-02-05T18:03:18.888" v="2463" actId="478"/>
          <ac:spMkLst>
            <pc:docMk/>
            <pc:sldMk cId="555593129" sldId="277"/>
            <ac:spMk id="10" creationId="{50EEDAE0-0FCD-EF23-26B3-22DA32CD6EF8}"/>
          </ac:spMkLst>
        </pc:spChg>
        <pc:spChg chg="del">
          <ac:chgData name="Devon Svoboda" userId="e411a559af336678" providerId="LiveId" clId="{73BEB1F0-4165-4E94-BBB1-92E96354BF43}" dt="2026-02-05T18:03:20.491" v="2464" actId="478"/>
          <ac:spMkLst>
            <pc:docMk/>
            <pc:sldMk cId="555593129" sldId="277"/>
            <ac:spMk id="11" creationId="{46AF6B9F-7822-C580-CCBF-294FE9D7F853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12" creationId="{6AE447D6-90C5-0F3B-A06B-D2FB2D9D7649}"/>
          </ac:spMkLst>
        </pc:spChg>
        <pc:spChg chg="del">
          <ac:chgData name="Devon Svoboda" userId="e411a559af336678" providerId="LiveId" clId="{73BEB1F0-4165-4E94-BBB1-92E96354BF43}" dt="2026-02-05T18:03:25.428" v="2467" actId="478"/>
          <ac:spMkLst>
            <pc:docMk/>
            <pc:sldMk cId="555593129" sldId="277"/>
            <ac:spMk id="13" creationId="{4737BBE7-1F1A-24BD-B122-B183F75BAB54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14" creationId="{BDA1C15F-8AB3-03EF-3377-2F00C6932E9C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16" creationId="{ED4107E2-934C-2FFE-670D-EF03A2BE249D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20" creationId="{090D91A1-38C6-550D-3231-17584B86A2EF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25" creationId="{A8384FB5-9ADC-4DDC-881B-597D56F5B15D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27" creationId="{1199E1B1-A8C0-4FE8-A5A8-1CB41D69F857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29" creationId="{84A8DE83-DE75-4B41-9DB4-A7EC0B0DEC0B}"/>
          </ac:spMkLst>
        </pc:spChg>
        <pc:spChg chg="add del">
          <ac:chgData name="Devon Svoboda" userId="e411a559af336678" providerId="LiveId" clId="{73BEB1F0-4165-4E94-BBB1-92E96354BF43}" dt="2026-02-05T18:06:25.435" v="2627" actId="26606"/>
          <ac:spMkLst>
            <pc:docMk/>
            <pc:sldMk cId="555593129" sldId="277"/>
            <ac:spMk id="31" creationId="{A7009A0A-BEF5-4EAC-AF15-E4F9F002E239}"/>
          </ac:spMkLst>
        </pc:spChg>
        <pc:picChg chg="add mod">
          <ac:chgData name="Devon Svoboda" userId="e411a559af336678" providerId="LiveId" clId="{73BEB1F0-4165-4E94-BBB1-92E96354BF43}" dt="2026-02-05T18:06:39.591" v="2633" actId="1076"/>
          <ac:picMkLst>
            <pc:docMk/>
            <pc:sldMk cId="555593129" sldId="277"/>
            <ac:picMk id="5" creationId="{D287EB52-CA3F-8310-181F-4FFC8833B5FC}"/>
          </ac:picMkLst>
        </pc:picChg>
      </pc:sldChg>
      <pc:sldChg chg="addSp delSp modSp add mod delAnim modAnim">
        <pc:chgData name="Devon Svoboda" userId="e411a559af336678" providerId="LiveId" clId="{73BEB1F0-4165-4E94-BBB1-92E96354BF43}" dt="2026-02-05T19:00:48.496" v="4259" actId="164"/>
        <pc:sldMkLst>
          <pc:docMk/>
          <pc:sldMk cId="2052404174" sldId="278"/>
        </pc:sldMkLst>
        <pc:spChg chg="del mod">
          <ac:chgData name="Devon Svoboda" userId="e411a559af336678" providerId="LiveId" clId="{73BEB1F0-4165-4E94-BBB1-92E96354BF43}" dt="2026-02-05T18:27:37.619" v="2981" actId="478"/>
          <ac:spMkLst>
            <pc:docMk/>
            <pc:sldMk cId="2052404174" sldId="278"/>
            <ac:spMk id="2" creationId="{D834BAFF-5154-27D4-0F31-63610045D4CE}"/>
          </ac:spMkLst>
        </pc:spChg>
        <pc:spChg chg="mod">
          <ac:chgData name="Devon Svoboda" userId="e411a559af336678" providerId="LiveId" clId="{73BEB1F0-4165-4E94-BBB1-92E96354BF43}" dt="2026-02-05T18:28:42.918" v="3063" actId="255"/>
          <ac:spMkLst>
            <pc:docMk/>
            <pc:sldMk cId="2052404174" sldId="278"/>
            <ac:spMk id="6" creationId="{84956C8E-F5C0-2F90-8FF7-7FF8FDB1BF59}"/>
          </ac:spMkLst>
        </pc:spChg>
        <pc:spChg chg="add mod topLvl">
          <ac:chgData name="Devon Svoboda" userId="e411a559af336678" providerId="LiveId" clId="{73BEB1F0-4165-4E94-BBB1-92E96354BF43}" dt="2026-02-05T19:00:48.496" v="4259" actId="164"/>
          <ac:spMkLst>
            <pc:docMk/>
            <pc:sldMk cId="2052404174" sldId="278"/>
            <ac:spMk id="13" creationId="{B4279778-4082-981A-6404-C2E8175D2B2B}"/>
          </ac:spMkLst>
        </pc:spChg>
        <pc:spChg chg="add mod topLvl">
          <ac:chgData name="Devon Svoboda" userId="e411a559af336678" providerId="LiveId" clId="{73BEB1F0-4165-4E94-BBB1-92E96354BF43}" dt="2026-02-05T19:00:48.496" v="4259" actId="164"/>
          <ac:spMkLst>
            <pc:docMk/>
            <pc:sldMk cId="2052404174" sldId="278"/>
            <ac:spMk id="15" creationId="{A8D97136-1175-3770-ECD6-E5E106F1B8F0}"/>
          </ac:spMkLst>
        </pc:spChg>
        <pc:spChg chg="add mod topLvl">
          <ac:chgData name="Devon Svoboda" userId="e411a559af336678" providerId="LiveId" clId="{73BEB1F0-4165-4E94-BBB1-92E96354BF43}" dt="2026-02-05T19:00:48.496" v="4259" actId="164"/>
          <ac:spMkLst>
            <pc:docMk/>
            <pc:sldMk cId="2052404174" sldId="278"/>
            <ac:spMk id="17" creationId="{5D163278-7F5C-7F44-CE99-20A1644ABE3B}"/>
          </ac:spMkLst>
        </pc:spChg>
        <pc:spChg chg="add mod topLvl">
          <ac:chgData name="Devon Svoboda" userId="e411a559af336678" providerId="LiveId" clId="{73BEB1F0-4165-4E94-BBB1-92E96354BF43}" dt="2026-02-05T19:00:48.496" v="4259" actId="164"/>
          <ac:spMkLst>
            <pc:docMk/>
            <pc:sldMk cId="2052404174" sldId="278"/>
            <ac:spMk id="19" creationId="{0BD4B122-1933-51D9-46D8-BABECF85D54C}"/>
          </ac:spMkLst>
        </pc:spChg>
        <pc:spChg chg="add mod topLvl">
          <ac:chgData name="Devon Svoboda" userId="e411a559af336678" providerId="LiveId" clId="{73BEB1F0-4165-4E94-BBB1-92E96354BF43}" dt="2026-02-05T19:00:48.496" v="4259" actId="164"/>
          <ac:spMkLst>
            <pc:docMk/>
            <pc:sldMk cId="2052404174" sldId="278"/>
            <ac:spMk id="21" creationId="{96CF9B8D-CCAF-48EB-3F8F-21E217C5B3C9}"/>
          </ac:spMkLst>
        </pc:spChg>
        <pc:spChg chg="add mod topLvl">
          <ac:chgData name="Devon Svoboda" userId="e411a559af336678" providerId="LiveId" clId="{73BEB1F0-4165-4E94-BBB1-92E96354BF43}" dt="2026-02-05T19:00:48.496" v="4259" actId="164"/>
          <ac:spMkLst>
            <pc:docMk/>
            <pc:sldMk cId="2052404174" sldId="278"/>
            <ac:spMk id="22" creationId="{D1ECC7CB-4B66-0158-7383-8D2EB33F33BE}"/>
          </ac:spMkLst>
        </pc:spChg>
        <pc:spChg chg="add del mod">
          <ac:chgData name="Devon Svoboda" userId="e411a559af336678" providerId="LiveId" clId="{73BEB1F0-4165-4E94-BBB1-92E96354BF43}" dt="2026-02-05T18:25:36.108" v="2937" actId="478"/>
          <ac:spMkLst>
            <pc:docMk/>
            <pc:sldMk cId="2052404174" sldId="278"/>
            <ac:spMk id="24" creationId="{7A7AD2A9-A093-F6FB-8FEB-E248248297ED}"/>
          </ac:spMkLst>
        </pc:spChg>
        <pc:spChg chg="add mod">
          <ac:chgData name="Devon Svoboda" userId="e411a559af336678" providerId="LiveId" clId="{73BEB1F0-4165-4E94-BBB1-92E96354BF43}" dt="2026-02-05T18:29:08.744" v="3095" actId="1076"/>
          <ac:spMkLst>
            <pc:docMk/>
            <pc:sldMk cId="2052404174" sldId="278"/>
            <ac:spMk id="25" creationId="{C93A79C1-B35C-BAF0-51A0-179001E0991E}"/>
          </ac:spMkLst>
        </pc:spChg>
        <pc:grpChg chg="mod">
          <ac:chgData name="Devon Svoboda" userId="e411a559af336678" providerId="LiveId" clId="{73BEB1F0-4165-4E94-BBB1-92E96354BF43}" dt="2026-02-05T18:23:42.960" v="2903" actId="14100"/>
          <ac:grpSpMkLst>
            <pc:docMk/>
            <pc:sldMk cId="2052404174" sldId="278"/>
            <ac:grpSpMk id="23" creationId="{D27F0E02-896A-3055-3C1D-BF0D48DE13CB}"/>
          </ac:grpSpMkLst>
        </pc:grpChg>
        <pc:picChg chg="add mod topLvl modCrop">
          <ac:chgData name="Devon Svoboda" userId="e411a559af336678" providerId="LiveId" clId="{73BEB1F0-4165-4E94-BBB1-92E96354BF43}" dt="2026-02-05T19:00:48.496" v="4259" actId="164"/>
          <ac:picMkLst>
            <pc:docMk/>
            <pc:sldMk cId="2052404174" sldId="278"/>
            <ac:picMk id="3" creationId="{84C9CD4E-DC96-3276-908C-2F572460E8A2}"/>
          </ac:picMkLst>
        </pc:picChg>
        <pc:picChg chg="add mod">
          <ac:chgData name="Devon Svoboda" userId="e411a559af336678" providerId="LiveId" clId="{73BEB1F0-4165-4E94-BBB1-92E96354BF43}" dt="2026-02-05T18:28:48.885" v="3064" actId="1076"/>
          <ac:picMkLst>
            <pc:docMk/>
            <pc:sldMk cId="2052404174" sldId="278"/>
            <ac:picMk id="4" creationId="{98588958-57D0-BFA5-E4C3-099A04796143}"/>
          </ac:picMkLst>
        </pc:picChg>
        <pc:picChg chg="del">
          <ac:chgData name="Devon Svoboda" userId="e411a559af336678" providerId="LiveId" clId="{73BEB1F0-4165-4E94-BBB1-92E96354BF43}" dt="2026-02-05T18:09:59.330" v="2703" actId="478"/>
          <ac:picMkLst>
            <pc:docMk/>
            <pc:sldMk cId="2052404174" sldId="278"/>
            <ac:picMk id="5" creationId="{6899DA59-1033-785E-2A05-8FDC57685B3E}"/>
          </ac:picMkLst>
        </pc:picChg>
        <pc:picChg chg="add mod modCrop">
          <ac:chgData name="Devon Svoboda" userId="e411a559af336678" providerId="LiveId" clId="{73BEB1F0-4165-4E94-BBB1-92E96354BF43}" dt="2026-02-05T18:23:20.732" v="2900" actId="2085"/>
          <ac:picMkLst>
            <pc:docMk/>
            <pc:sldMk cId="2052404174" sldId="278"/>
            <ac:picMk id="7" creationId="{A5784731-53E8-2C4A-8604-2E4FDE444034}"/>
          </ac:picMkLst>
        </pc:picChg>
        <pc:picChg chg="add mod modCrop">
          <ac:chgData name="Devon Svoboda" userId="e411a559af336678" providerId="LiveId" clId="{73BEB1F0-4165-4E94-BBB1-92E96354BF43}" dt="2026-02-05T18:23:14.756" v="2899" actId="2085"/>
          <ac:picMkLst>
            <pc:docMk/>
            <pc:sldMk cId="2052404174" sldId="278"/>
            <ac:picMk id="8" creationId="{8A89229A-E830-E244-11F4-4633F93C1D69}"/>
          </ac:picMkLst>
        </pc:picChg>
        <pc:picChg chg="add mod topLvl modCrop">
          <ac:chgData name="Devon Svoboda" userId="e411a559af336678" providerId="LiveId" clId="{73BEB1F0-4165-4E94-BBB1-92E96354BF43}" dt="2026-02-05T19:00:48.496" v="4259" actId="164"/>
          <ac:picMkLst>
            <pc:docMk/>
            <pc:sldMk cId="2052404174" sldId="278"/>
            <ac:picMk id="9" creationId="{B6B3960C-C1EE-6059-D87A-599409B23A23}"/>
          </ac:picMkLst>
        </pc:picChg>
        <pc:picChg chg="add mod topLvl modCrop">
          <ac:chgData name="Devon Svoboda" userId="e411a559af336678" providerId="LiveId" clId="{73BEB1F0-4165-4E94-BBB1-92E96354BF43}" dt="2026-02-05T19:00:48.496" v="4259" actId="164"/>
          <ac:picMkLst>
            <pc:docMk/>
            <pc:sldMk cId="2052404174" sldId="278"/>
            <ac:picMk id="10" creationId="{C0F0FA77-4620-215B-177B-A7B13C63580F}"/>
          </ac:picMkLst>
        </pc:picChg>
        <pc:picChg chg="add mod topLvl modCrop">
          <ac:chgData name="Devon Svoboda" userId="e411a559af336678" providerId="LiveId" clId="{73BEB1F0-4165-4E94-BBB1-92E96354BF43}" dt="2026-02-05T19:00:48.496" v="4259" actId="164"/>
          <ac:picMkLst>
            <pc:docMk/>
            <pc:sldMk cId="2052404174" sldId="278"/>
            <ac:picMk id="11" creationId="{B3D30169-1474-289C-EDDC-0CE278BB3DAC}"/>
          </ac:picMkLst>
        </pc:picChg>
      </pc:sldChg>
      <pc:sldChg chg="addSp delSp modSp add mod ord delAnim modAnim">
        <pc:chgData name="Devon Svoboda" userId="e411a559af336678" providerId="LiveId" clId="{73BEB1F0-4165-4E94-BBB1-92E96354BF43}" dt="2026-02-05T18:37:29.471" v="3376" actId="20577"/>
        <pc:sldMkLst>
          <pc:docMk/>
          <pc:sldMk cId="3166558542" sldId="279"/>
        </pc:sldMkLst>
        <pc:spChg chg="del">
          <ac:chgData name="Devon Svoboda" userId="e411a559af336678" providerId="LiveId" clId="{73BEB1F0-4165-4E94-BBB1-92E96354BF43}" dt="2026-02-05T18:07:53.006" v="2643" actId="478"/>
          <ac:spMkLst>
            <pc:docMk/>
            <pc:sldMk cId="3166558542" sldId="279"/>
            <ac:spMk id="2" creationId="{76352A30-53BD-DC80-FD14-754DCBAFF715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3" creationId="{EA90EA1C-31A1-0023-919D-D30A4ABC005D}"/>
          </ac:spMkLst>
        </pc:spChg>
        <pc:spChg chg="mod">
          <ac:chgData name="Devon Svoboda" userId="e411a559af336678" providerId="LiveId" clId="{73BEB1F0-4165-4E94-BBB1-92E96354BF43}" dt="2026-02-05T18:37:29.471" v="3376" actId="20577"/>
          <ac:spMkLst>
            <pc:docMk/>
            <pc:sldMk cId="3166558542" sldId="279"/>
            <ac:spMk id="6" creationId="{15002714-EABE-4CAF-87DC-12F205C5F12C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10" creationId="{5B5CA1C6-B90E-DB21-65BB-8CF6C740271D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11" creationId="{75DB457E-6EF8-A7B3-79B8-FE6AC3F63481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13" creationId="{E35ACA74-8B81-3DE3-2F15-918AB7003B6C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15" creationId="{6C3F9279-C61F-3FEB-3870-5E9973D406D4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17" creationId="{59587239-D9CE-57B6-20ED-5CF276170441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19" creationId="{959B9FE3-6AE8-337D-C7FF-F4B9C666B319}"/>
          </ac:spMkLst>
        </pc:spChg>
        <pc:spChg chg="add mod">
          <ac:chgData name="Devon Svoboda" userId="e411a559af336678" providerId="LiveId" clId="{73BEB1F0-4165-4E94-BBB1-92E96354BF43}" dt="2026-02-05T18:08:08.084" v="2645" actId="1076"/>
          <ac:spMkLst>
            <pc:docMk/>
            <pc:sldMk cId="3166558542" sldId="279"/>
            <ac:spMk id="21" creationId="{67273187-94ED-D6E9-CF97-91BFCB8F128A}"/>
          </ac:spMkLst>
        </pc:spChg>
        <pc:picChg chg="add mod">
          <ac:chgData name="Devon Svoboda" userId="e411a559af336678" providerId="LiveId" clId="{73BEB1F0-4165-4E94-BBB1-92E96354BF43}" dt="2026-02-05T18:08:08.084" v="2645" actId="1076"/>
          <ac:picMkLst>
            <pc:docMk/>
            <pc:sldMk cId="3166558542" sldId="279"/>
            <ac:picMk id="4" creationId="{41C57C1E-9C23-DE57-6617-F1386C327CB2}"/>
          </ac:picMkLst>
        </pc:picChg>
        <pc:picChg chg="del">
          <ac:chgData name="Devon Svoboda" userId="e411a559af336678" providerId="LiveId" clId="{73BEB1F0-4165-4E94-BBB1-92E96354BF43}" dt="2026-02-05T18:07:51.382" v="2642" actId="478"/>
          <ac:picMkLst>
            <pc:docMk/>
            <pc:sldMk cId="3166558542" sldId="279"/>
            <ac:picMk id="5" creationId="{F184C903-6BD2-86AC-A65F-DF13AC7712D7}"/>
          </ac:picMkLst>
        </pc:picChg>
        <pc:picChg chg="add mod">
          <ac:chgData name="Devon Svoboda" userId="e411a559af336678" providerId="LiveId" clId="{73BEB1F0-4165-4E94-BBB1-92E96354BF43}" dt="2026-02-05T18:08:08.084" v="2645" actId="1076"/>
          <ac:picMkLst>
            <pc:docMk/>
            <pc:sldMk cId="3166558542" sldId="279"/>
            <ac:picMk id="9" creationId="{FA51C412-4644-8E2B-1A27-038CF29B7BB3}"/>
          </ac:picMkLst>
        </pc:picChg>
      </pc:sldChg>
      <pc:sldChg chg="addSp delSp modSp add del mod">
        <pc:chgData name="Devon Svoboda" userId="e411a559af336678" providerId="LiveId" clId="{73BEB1F0-4165-4E94-BBB1-92E96354BF43}" dt="2026-02-05T18:29:19.636" v="3097" actId="47"/>
        <pc:sldMkLst>
          <pc:docMk/>
          <pc:sldMk cId="1756741902" sldId="280"/>
        </pc:sldMkLst>
        <pc:grpChg chg="del">
          <ac:chgData name="Devon Svoboda" userId="e411a559af336678" providerId="LiveId" clId="{73BEB1F0-4165-4E94-BBB1-92E96354BF43}" dt="2026-02-05T18:07:41.057" v="2641" actId="478"/>
          <ac:grpSpMkLst>
            <pc:docMk/>
            <pc:sldMk cId="1756741902" sldId="280"/>
            <ac:grpSpMk id="12" creationId="{953D9BC7-09B4-FC38-9B01-7D0C37246F51}"/>
          </ac:grpSpMkLst>
        </pc:grpChg>
        <pc:picChg chg="add mod">
          <ac:chgData name="Devon Svoboda" userId="e411a559af336678" providerId="LiveId" clId="{73BEB1F0-4165-4E94-BBB1-92E96354BF43}" dt="2026-02-05T18:10:43.767" v="2709" actId="14100"/>
          <ac:picMkLst>
            <pc:docMk/>
            <pc:sldMk cId="1756741902" sldId="280"/>
            <ac:picMk id="5" creationId="{871B3ECB-55BD-51D4-53D7-FC53AD88A8F8}"/>
          </ac:picMkLst>
        </pc:picChg>
      </pc:sldChg>
      <pc:sldChg chg="addSp delSp modSp add mod delAnim">
        <pc:chgData name="Devon Svoboda" userId="e411a559af336678" providerId="LiveId" clId="{73BEB1F0-4165-4E94-BBB1-92E96354BF43}" dt="2026-02-05T18:34:15.798" v="3244" actId="20577"/>
        <pc:sldMkLst>
          <pc:docMk/>
          <pc:sldMk cId="4006783571" sldId="280"/>
        </pc:sldMkLst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3" creationId="{522F69E5-E7A6-F016-8E76-F5851637CDB7}"/>
          </ac:spMkLst>
        </pc:spChg>
        <pc:spChg chg="add mod">
          <ac:chgData name="Devon Svoboda" userId="e411a559af336678" providerId="LiveId" clId="{73BEB1F0-4165-4E94-BBB1-92E96354BF43}" dt="2026-02-05T18:34:07.226" v="3215"/>
          <ac:spMkLst>
            <pc:docMk/>
            <pc:sldMk cId="4006783571" sldId="280"/>
            <ac:spMk id="5" creationId="{1622075C-66D4-ABAA-7B31-DD5A28C40524}"/>
          </ac:spMkLst>
        </pc:spChg>
        <pc:spChg chg="mod">
          <ac:chgData name="Devon Svoboda" userId="e411a559af336678" providerId="LiveId" clId="{73BEB1F0-4165-4E94-BBB1-92E96354BF43}" dt="2026-02-05T18:34:15.798" v="3244" actId="20577"/>
          <ac:spMkLst>
            <pc:docMk/>
            <pc:sldMk cId="4006783571" sldId="280"/>
            <ac:spMk id="6" creationId="{726E16CB-170A-FDA2-F7AD-1871A28065BB}"/>
          </ac:spMkLst>
        </pc:spChg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10" creationId="{E27977FF-CE35-CEAC-A8E3-4251CB5034F3}"/>
          </ac:spMkLst>
        </pc:spChg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11" creationId="{51E7E750-7F13-1582-C6BE-04C138537674}"/>
          </ac:spMkLst>
        </pc:spChg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13" creationId="{860D90B7-E2D6-ADA5-5525-CA6D578C63B0}"/>
          </ac:spMkLst>
        </pc:spChg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15" creationId="{88A361A6-5706-5C95-4B2E-2195056B8E59}"/>
          </ac:spMkLst>
        </pc:spChg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17" creationId="{EE9DCE91-F790-1469-A4F8-4BC263E6C7D3}"/>
          </ac:spMkLst>
        </pc:spChg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19" creationId="{9DF45836-7555-ECA2-AEB7-2E1FD247910E}"/>
          </ac:spMkLst>
        </pc:spChg>
        <pc:spChg chg="del">
          <ac:chgData name="Devon Svoboda" userId="e411a559af336678" providerId="LiveId" clId="{73BEB1F0-4165-4E94-BBB1-92E96354BF43}" dt="2026-02-05T18:33:57.724" v="3214" actId="478"/>
          <ac:spMkLst>
            <pc:docMk/>
            <pc:sldMk cId="4006783571" sldId="280"/>
            <ac:spMk id="21" creationId="{002EFC66-2A68-3E17-5300-99511DC30105}"/>
          </ac:spMkLst>
        </pc:spChg>
        <pc:spChg chg="add mod">
          <ac:chgData name="Devon Svoboda" userId="e411a559af336678" providerId="LiveId" clId="{73BEB1F0-4165-4E94-BBB1-92E96354BF43}" dt="2026-02-05T18:34:07.226" v="3215"/>
          <ac:spMkLst>
            <pc:docMk/>
            <pc:sldMk cId="4006783571" sldId="280"/>
            <ac:spMk id="22" creationId="{D30A55DE-72BC-9215-4EF8-DE7DFDE9CDDC}"/>
          </ac:spMkLst>
        </pc:spChg>
        <pc:spChg chg="add mod">
          <ac:chgData name="Devon Svoboda" userId="e411a559af336678" providerId="LiveId" clId="{73BEB1F0-4165-4E94-BBB1-92E96354BF43}" dt="2026-02-05T18:34:07.226" v="3215"/>
          <ac:spMkLst>
            <pc:docMk/>
            <pc:sldMk cId="4006783571" sldId="280"/>
            <ac:spMk id="23" creationId="{405D27A0-F65C-8E1D-284D-DF2F2A176A71}"/>
          </ac:spMkLst>
        </pc:spChg>
        <pc:graphicFrameChg chg="add mod">
          <ac:chgData name="Devon Svoboda" userId="e411a559af336678" providerId="LiveId" clId="{73BEB1F0-4165-4E94-BBB1-92E96354BF43}" dt="2026-02-05T18:34:07.226" v="3215"/>
          <ac:graphicFrameMkLst>
            <pc:docMk/>
            <pc:sldMk cId="4006783571" sldId="280"/>
            <ac:graphicFrameMk id="2" creationId="{07310EE6-BACC-4747-A73A-2A6E666C935E}"/>
          </ac:graphicFrameMkLst>
        </pc:graphicFrameChg>
        <pc:picChg chg="del">
          <ac:chgData name="Devon Svoboda" userId="e411a559af336678" providerId="LiveId" clId="{73BEB1F0-4165-4E94-BBB1-92E96354BF43}" dt="2026-02-05T18:33:57.724" v="3214" actId="478"/>
          <ac:picMkLst>
            <pc:docMk/>
            <pc:sldMk cId="4006783571" sldId="280"/>
            <ac:picMk id="4" creationId="{4962304E-E38E-51FE-A89B-FEA8EF870C49}"/>
          </ac:picMkLst>
        </pc:picChg>
        <pc:picChg chg="del">
          <ac:chgData name="Devon Svoboda" userId="e411a559af336678" providerId="LiveId" clId="{73BEB1F0-4165-4E94-BBB1-92E96354BF43}" dt="2026-02-05T18:33:57.724" v="3214" actId="478"/>
          <ac:picMkLst>
            <pc:docMk/>
            <pc:sldMk cId="4006783571" sldId="280"/>
            <ac:picMk id="9" creationId="{A3F96974-84D8-5F51-DCDC-6FAE84DC308E}"/>
          </ac:picMkLst>
        </pc:picChg>
      </pc:sldChg>
      <pc:sldChg chg="addSp delSp modSp new mod chgLayout">
        <pc:chgData name="Devon Svoboda" userId="e411a559af336678" providerId="LiveId" clId="{73BEB1F0-4165-4E94-BBB1-92E96354BF43}" dt="2026-02-05T18:36:14.981" v="3336" actId="478"/>
        <pc:sldMkLst>
          <pc:docMk/>
          <pc:sldMk cId="515318026" sldId="281"/>
        </pc:sldMkLst>
        <pc:spChg chg="del mod ord">
          <ac:chgData name="Devon Svoboda" userId="e411a559af336678" providerId="LiveId" clId="{73BEB1F0-4165-4E94-BBB1-92E96354BF43}" dt="2026-02-05T18:35:03.528" v="3248" actId="700"/>
          <ac:spMkLst>
            <pc:docMk/>
            <pc:sldMk cId="515318026" sldId="281"/>
            <ac:spMk id="2" creationId="{48424C11-FB87-086F-AD9C-9D7B6D55315F}"/>
          </ac:spMkLst>
        </pc:spChg>
        <pc:spChg chg="del mod ord">
          <ac:chgData name="Devon Svoboda" userId="e411a559af336678" providerId="LiveId" clId="{73BEB1F0-4165-4E94-BBB1-92E96354BF43}" dt="2026-02-05T18:35:03.528" v="3248" actId="700"/>
          <ac:spMkLst>
            <pc:docMk/>
            <pc:sldMk cId="515318026" sldId="281"/>
            <ac:spMk id="3" creationId="{A7D31CE7-AD28-8449-6024-40C097369AA4}"/>
          </ac:spMkLst>
        </pc:spChg>
        <pc:spChg chg="add mod ord">
          <ac:chgData name="Devon Svoboda" userId="e411a559af336678" providerId="LiveId" clId="{73BEB1F0-4165-4E94-BBB1-92E96354BF43}" dt="2026-02-05T18:36:11.054" v="3335" actId="242"/>
          <ac:spMkLst>
            <pc:docMk/>
            <pc:sldMk cId="515318026" sldId="281"/>
            <ac:spMk id="4" creationId="{97C38E0C-2059-D547-0E9C-3037C814E1A8}"/>
          </ac:spMkLst>
        </pc:spChg>
        <pc:spChg chg="add del mod ord">
          <ac:chgData name="Devon Svoboda" userId="e411a559af336678" providerId="LiveId" clId="{73BEB1F0-4165-4E94-BBB1-92E96354BF43}" dt="2026-02-05T18:36:14.981" v="3336" actId="478"/>
          <ac:spMkLst>
            <pc:docMk/>
            <pc:sldMk cId="515318026" sldId="281"/>
            <ac:spMk id="5" creationId="{669F3F45-461F-2EAE-E05F-5E44A67DD48C}"/>
          </ac:spMkLst>
        </pc:spChg>
      </pc:sldChg>
      <pc:sldChg chg="modSp add mod">
        <pc:chgData name="Devon Svoboda" userId="e411a559af336678" providerId="LiveId" clId="{73BEB1F0-4165-4E94-BBB1-92E96354BF43}" dt="2026-02-05T18:36:32.965" v="3354" actId="20577"/>
        <pc:sldMkLst>
          <pc:docMk/>
          <pc:sldMk cId="499522611" sldId="282"/>
        </pc:sldMkLst>
        <pc:spChg chg="mod">
          <ac:chgData name="Devon Svoboda" userId="e411a559af336678" providerId="LiveId" clId="{73BEB1F0-4165-4E94-BBB1-92E96354BF43}" dt="2026-02-05T18:36:32.965" v="3354" actId="20577"/>
          <ac:spMkLst>
            <pc:docMk/>
            <pc:sldMk cId="499522611" sldId="282"/>
            <ac:spMk id="4" creationId="{6A4D20C6-627C-DAFF-2D66-45333713C1D2}"/>
          </ac:spMkLst>
        </pc:spChg>
      </pc:sldChg>
      <pc:sldChg chg="delSp add del setBg delDesignElem">
        <pc:chgData name="Devon Svoboda" userId="e411a559af336678" providerId="LiveId" clId="{73BEB1F0-4165-4E94-BBB1-92E96354BF43}" dt="2026-02-05T18:37:05.922" v="3358" actId="47"/>
        <pc:sldMkLst>
          <pc:docMk/>
          <pc:sldMk cId="2980452249" sldId="283"/>
        </pc:sldMkLst>
        <pc:spChg chg="del">
          <ac:chgData name="Devon Svoboda" userId="e411a559af336678" providerId="LiveId" clId="{73BEB1F0-4165-4E94-BBB1-92E96354BF43}" dt="2026-02-05T18:36:59.113" v="3356"/>
          <ac:spMkLst>
            <pc:docMk/>
            <pc:sldMk cId="2980452249" sldId="283"/>
            <ac:spMk id="12" creationId="{0B18A7C4-FCAE-A5D1-F082-DE4741D59C73}"/>
          </ac:spMkLst>
        </pc:spChg>
        <pc:spChg chg="del">
          <ac:chgData name="Devon Svoboda" userId="e411a559af336678" providerId="LiveId" clId="{73BEB1F0-4165-4E94-BBB1-92E96354BF43}" dt="2026-02-05T18:36:59.113" v="3356"/>
          <ac:spMkLst>
            <pc:docMk/>
            <pc:sldMk cId="2980452249" sldId="283"/>
            <ac:spMk id="14" creationId="{A56AD085-C2D6-FB3E-4CAD-D8E1EEEEA72E}"/>
          </ac:spMkLst>
        </pc:spChg>
        <pc:spChg chg="del">
          <ac:chgData name="Devon Svoboda" userId="e411a559af336678" providerId="LiveId" clId="{73BEB1F0-4165-4E94-BBB1-92E96354BF43}" dt="2026-02-05T18:36:59.113" v="3356"/>
          <ac:spMkLst>
            <pc:docMk/>
            <pc:sldMk cId="2980452249" sldId="283"/>
            <ac:spMk id="16" creationId="{ABFC432B-4295-57B4-7173-A8D24698EBE4}"/>
          </ac:spMkLst>
        </pc:spChg>
        <pc:spChg chg="del">
          <ac:chgData name="Devon Svoboda" userId="e411a559af336678" providerId="LiveId" clId="{73BEB1F0-4165-4E94-BBB1-92E96354BF43}" dt="2026-02-05T18:36:59.113" v="3356"/>
          <ac:spMkLst>
            <pc:docMk/>
            <pc:sldMk cId="2980452249" sldId="283"/>
            <ac:spMk id="18" creationId="{43E1DBCF-6485-9828-0B8C-045F8D59DAC9}"/>
          </ac:spMkLst>
        </pc:spChg>
        <pc:spChg chg="del">
          <ac:chgData name="Devon Svoboda" userId="e411a559af336678" providerId="LiveId" clId="{73BEB1F0-4165-4E94-BBB1-92E96354BF43}" dt="2026-02-05T18:36:59.113" v="3356"/>
          <ac:spMkLst>
            <pc:docMk/>
            <pc:sldMk cId="2980452249" sldId="283"/>
            <ac:spMk id="20" creationId="{EADBF339-63F7-B188-9CDE-EF6C4EF6DAE4}"/>
          </ac:spMkLst>
        </pc:spChg>
      </pc:sldChg>
      <pc:sldChg chg="addSp delSp modSp add mod delAnim modAnim">
        <pc:chgData name="Devon Svoboda" userId="e411a559af336678" providerId="LiveId" clId="{73BEB1F0-4165-4E94-BBB1-92E96354BF43}" dt="2026-02-05T19:29:06.324" v="5233" actId="403"/>
        <pc:sldMkLst>
          <pc:docMk/>
          <pc:sldMk cId="2234659643" sldId="284"/>
        </pc:sldMkLst>
        <pc:spChg chg="add mod">
          <ac:chgData name="Devon Svoboda" userId="e411a559af336678" providerId="LiveId" clId="{73BEB1F0-4165-4E94-BBB1-92E96354BF43}" dt="2026-02-05T19:22:49.458" v="5157" actId="1076"/>
          <ac:spMkLst>
            <pc:docMk/>
            <pc:sldMk cId="2234659643" sldId="284"/>
            <ac:spMk id="2" creationId="{68535449-126C-2F97-F75F-C750465DCB1C}"/>
          </ac:spMkLst>
        </pc:spChg>
        <pc:spChg chg="add mod">
          <ac:chgData name="Devon Svoboda" userId="e411a559af336678" providerId="LiveId" clId="{73BEB1F0-4165-4E94-BBB1-92E96354BF43}" dt="2026-02-05T19:22:49.458" v="5157" actId="1076"/>
          <ac:spMkLst>
            <pc:docMk/>
            <pc:sldMk cId="2234659643" sldId="284"/>
            <ac:spMk id="3" creationId="{D099C140-04FF-647F-5190-FA3DC47B5FB5}"/>
          </ac:spMkLst>
        </pc:spChg>
        <pc:spChg chg="add mod">
          <ac:chgData name="Devon Svoboda" userId="e411a559af336678" providerId="LiveId" clId="{73BEB1F0-4165-4E94-BBB1-92E96354BF43}" dt="2026-02-05T19:22:49.458" v="5157" actId="1076"/>
          <ac:spMkLst>
            <pc:docMk/>
            <pc:sldMk cId="2234659643" sldId="284"/>
            <ac:spMk id="4" creationId="{4A4EC592-7309-A7FE-B482-B5BED52486BD}"/>
          </ac:spMkLst>
        </pc:spChg>
        <pc:spChg chg="mod">
          <ac:chgData name="Devon Svoboda" userId="e411a559af336678" providerId="LiveId" clId="{73BEB1F0-4165-4E94-BBB1-92E96354BF43}" dt="2026-02-05T18:37:37.956" v="3393" actId="20577"/>
          <ac:spMkLst>
            <pc:docMk/>
            <pc:sldMk cId="2234659643" sldId="284"/>
            <ac:spMk id="6" creationId="{9A531091-7D75-2314-F3E2-EB5EF4E37A06}"/>
          </ac:spMkLst>
        </pc:spChg>
        <pc:spChg chg="mod">
          <ac:chgData name="Devon Svoboda" userId="e411a559af336678" providerId="LiveId" clId="{73BEB1F0-4165-4E94-BBB1-92E96354BF43}" dt="2026-02-05T19:22:49.458" v="5157" actId="1076"/>
          <ac:spMkLst>
            <pc:docMk/>
            <pc:sldMk cId="2234659643" sldId="284"/>
            <ac:spMk id="8" creationId="{C7FEEDF4-A965-CDFA-7E9C-16434AED3451}"/>
          </ac:spMkLst>
        </pc:spChg>
        <pc:spChg chg="mod">
          <ac:chgData name="Devon Svoboda" userId="e411a559af336678" providerId="LiveId" clId="{73BEB1F0-4165-4E94-BBB1-92E96354BF43}" dt="2026-02-05T19:22:49.458" v="5157" actId="1076"/>
          <ac:spMkLst>
            <pc:docMk/>
            <pc:sldMk cId="2234659643" sldId="284"/>
            <ac:spMk id="9" creationId="{1F6A73F4-D569-F434-B12B-172AADC18086}"/>
          </ac:spMkLst>
        </pc:spChg>
        <pc:spChg chg="mod">
          <ac:chgData name="Devon Svoboda" userId="e411a559af336678" providerId="LiveId" clId="{73BEB1F0-4165-4E94-BBB1-92E96354BF43}" dt="2026-02-05T19:29:06.324" v="5233" actId="403"/>
          <ac:spMkLst>
            <pc:docMk/>
            <pc:sldMk cId="2234659643" sldId="284"/>
            <ac:spMk id="10" creationId="{2F391DCA-113A-98FA-346E-4BB7F63EA65E}"/>
          </ac:spMkLst>
        </pc:spChg>
        <pc:spChg chg="del mod">
          <ac:chgData name="Devon Svoboda" userId="e411a559af336678" providerId="LiveId" clId="{73BEB1F0-4165-4E94-BBB1-92E96354BF43}" dt="2026-02-05T18:41:48.575" v="3685" actId="478"/>
          <ac:spMkLst>
            <pc:docMk/>
            <pc:sldMk cId="2234659643" sldId="284"/>
            <ac:spMk id="11" creationId="{1B154304-8143-F288-33B9-8789B84DC667}"/>
          </ac:spMkLst>
        </pc:spChg>
        <pc:spChg chg="del">
          <ac:chgData name="Devon Svoboda" userId="e411a559af336678" providerId="LiveId" clId="{73BEB1F0-4165-4E94-BBB1-92E96354BF43}" dt="2026-02-05T18:37:40.962" v="3394" actId="478"/>
          <ac:spMkLst>
            <pc:docMk/>
            <pc:sldMk cId="2234659643" sldId="284"/>
            <ac:spMk id="13" creationId="{AEA567CE-BDA3-283E-9B8A-335782ABC78F}"/>
          </ac:spMkLst>
        </pc:spChg>
      </pc:sldChg>
      <pc:sldChg chg="delSp add del setBg delDesignElem">
        <pc:chgData name="Devon Svoboda" userId="e411a559af336678" providerId="LiveId" clId="{73BEB1F0-4165-4E94-BBB1-92E96354BF43}" dt="2026-02-05T18:41:43.155" v="3684" actId="47"/>
        <pc:sldMkLst>
          <pc:docMk/>
          <pc:sldMk cId="469434530" sldId="285"/>
        </pc:sldMkLst>
        <pc:spChg chg="del">
          <ac:chgData name="Devon Svoboda" userId="e411a559af336678" providerId="LiveId" clId="{73BEB1F0-4165-4E94-BBB1-92E96354BF43}" dt="2026-02-05T18:41:28.111" v="3682"/>
          <ac:spMkLst>
            <pc:docMk/>
            <pc:sldMk cId="469434530" sldId="285"/>
            <ac:spMk id="12" creationId="{82C4A01D-E911-A140-3A05-438264B4C391}"/>
          </ac:spMkLst>
        </pc:spChg>
        <pc:spChg chg="del">
          <ac:chgData name="Devon Svoboda" userId="e411a559af336678" providerId="LiveId" clId="{73BEB1F0-4165-4E94-BBB1-92E96354BF43}" dt="2026-02-05T18:41:28.111" v="3682"/>
          <ac:spMkLst>
            <pc:docMk/>
            <pc:sldMk cId="469434530" sldId="285"/>
            <ac:spMk id="14" creationId="{A3CF834D-56EE-1D28-A5A2-B0A2808E4605}"/>
          </ac:spMkLst>
        </pc:spChg>
        <pc:spChg chg="del">
          <ac:chgData name="Devon Svoboda" userId="e411a559af336678" providerId="LiveId" clId="{73BEB1F0-4165-4E94-BBB1-92E96354BF43}" dt="2026-02-05T18:41:28.111" v="3682"/>
          <ac:spMkLst>
            <pc:docMk/>
            <pc:sldMk cId="469434530" sldId="285"/>
            <ac:spMk id="16" creationId="{9BD5C327-7544-7932-79C4-FE0D9E48D340}"/>
          </ac:spMkLst>
        </pc:spChg>
        <pc:spChg chg="del">
          <ac:chgData name="Devon Svoboda" userId="e411a559af336678" providerId="LiveId" clId="{73BEB1F0-4165-4E94-BBB1-92E96354BF43}" dt="2026-02-05T18:41:28.111" v="3682"/>
          <ac:spMkLst>
            <pc:docMk/>
            <pc:sldMk cId="469434530" sldId="285"/>
            <ac:spMk id="18" creationId="{6DA3EFD8-A391-346C-2EF2-44623AA08C81}"/>
          </ac:spMkLst>
        </pc:spChg>
        <pc:spChg chg="del">
          <ac:chgData name="Devon Svoboda" userId="e411a559af336678" providerId="LiveId" clId="{73BEB1F0-4165-4E94-BBB1-92E96354BF43}" dt="2026-02-05T18:41:28.111" v="3682"/>
          <ac:spMkLst>
            <pc:docMk/>
            <pc:sldMk cId="469434530" sldId="285"/>
            <ac:spMk id="20" creationId="{58959D90-55CA-33AE-8F79-883576CEC860}"/>
          </ac:spMkLst>
        </pc:spChg>
      </pc:sldChg>
      <pc:sldChg chg="modSp add del mod modAnim">
        <pc:chgData name="Devon Svoboda" userId="e411a559af336678" providerId="LiveId" clId="{73BEB1F0-4165-4E94-BBB1-92E96354BF43}" dt="2026-02-05T19:18:04.007" v="4934" actId="47"/>
        <pc:sldMkLst>
          <pc:docMk/>
          <pc:sldMk cId="3322837823" sldId="286"/>
        </pc:sldMkLst>
        <pc:spChg chg="mod">
          <ac:chgData name="Devon Svoboda" userId="e411a559af336678" providerId="LiveId" clId="{73BEB1F0-4165-4E94-BBB1-92E96354BF43}" dt="2026-02-05T18:54:40.936" v="4211" actId="1076"/>
          <ac:spMkLst>
            <pc:docMk/>
            <pc:sldMk cId="3322837823" sldId="286"/>
            <ac:spMk id="9" creationId="{2035B269-C898-1ABC-F33A-07CCFA1F0747}"/>
          </ac:spMkLst>
        </pc:spChg>
      </pc:sldChg>
      <pc:sldChg chg="addSp delSp modSp add mod addAnim delAnim modAnim">
        <pc:chgData name="Devon Svoboda" userId="e411a559af336678" providerId="LiveId" clId="{73BEB1F0-4165-4E94-BBB1-92E96354BF43}" dt="2026-02-05T18:47:25.199" v="3923"/>
        <pc:sldMkLst>
          <pc:docMk/>
          <pc:sldMk cId="1053669160" sldId="287"/>
        </pc:sldMkLst>
        <pc:spChg chg="mod">
          <ac:chgData name="Devon Svoboda" userId="e411a559af336678" providerId="LiveId" clId="{73BEB1F0-4165-4E94-BBB1-92E96354BF43}" dt="2026-02-05T18:42:48.552" v="3691"/>
          <ac:spMkLst>
            <pc:docMk/>
            <pc:sldMk cId="1053669160" sldId="287"/>
            <ac:spMk id="3" creationId="{739919AF-2814-F8FB-D963-D70BEDDC35E6}"/>
          </ac:spMkLst>
        </pc:spChg>
        <pc:spChg chg="mod">
          <ac:chgData name="Devon Svoboda" userId="e411a559af336678" providerId="LiveId" clId="{73BEB1F0-4165-4E94-BBB1-92E96354BF43}" dt="2026-02-05T18:45:51.968" v="3729" actId="20577"/>
          <ac:spMkLst>
            <pc:docMk/>
            <pc:sldMk cId="1053669160" sldId="287"/>
            <ac:spMk id="6" creationId="{EF2AE210-F961-7315-8793-FF4042EF4714}"/>
          </ac:spMkLst>
        </pc:spChg>
        <pc:spChg chg="mod">
          <ac:chgData name="Devon Svoboda" userId="e411a559af336678" providerId="LiveId" clId="{73BEB1F0-4165-4E94-BBB1-92E96354BF43}" dt="2026-02-05T18:42:48.552" v="3691"/>
          <ac:spMkLst>
            <pc:docMk/>
            <pc:sldMk cId="1053669160" sldId="287"/>
            <ac:spMk id="7" creationId="{486A6B3F-785E-EA55-EEDE-391CDF3EDCFA}"/>
          </ac:spMkLst>
        </pc:spChg>
        <pc:spChg chg="del">
          <ac:chgData name="Devon Svoboda" userId="e411a559af336678" providerId="LiveId" clId="{73BEB1F0-4165-4E94-BBB1-92E96354BF43}" dt="2026-02-05T18:42:37.374" v="3689" actId="478"/>
          <ac:spMkLst>
            <pc:docMk/>
            <pc:sldMk cId="1053669160" sldId="287"/>
            <ac:spMk id="8" creationId="{DD4E1764-6098-A970-850D-DE7B0F15E622}"/>
          </ac:spMkLst>
        </pc:spChg>
        <pc:spChg chg="del">
          <ac:chgData name="Devon Svoboda" userId="e411a559af336678" providerId="LiveId" clId="{73BEB1F0-4165-4E94-BBB1-92E96354BF43}" dt="2026-02-05T18:42:37.374" v="3689" actId="478"/>
          <ac:spMkLst>
            <pc:docMk/>
            <pc:sldMk cId="1053669160" sldId="287"/>
            <ac:spMk id="9" creationId="{8C23A933-510B-963B-F679-E5973CCB6B8B}"/>
          </ac:spMkLst>
        </pc:spChg>
        <pc:spChg chg="del">
          <ac:chgData name="Devon Svoboda" userId="e411a559af336678" providerId="LiveId" clId="{73BEB1F0-4165-4E94-BBB1-92E96354BF43}" dt="2026-02-05T18:42:37.374" v="3689" actId="478"/>
          <ac:spMkLst>
            <pc:docMk/>
            <pc:sldMk cId="1053669160" sldId="287"/>
            <ac:spMk id="10" creationId="{CE483D77-A063-DF8A-5D76-C5CD7D8043AE}"/>
          </ac:spMkLst>
        </pc:spChg>
        <pc:spChg chg="del">
          <ac:chgData name="Devon Svoboda" userId="e411a559af336678" providerId="LiveId" clId="{73BEB1F0-4165-4E94-BBB1-92E96354BF43}" dt="2026-02-05T18:42:37.374" v="3689" actId="478"/>
          <ac:spMkLst>
            <pc:docMk/>
            <pc:sldMk cId="1053669160" sldId="287"/>
            <ac:spMk id="11" creationId="{85D4ED94-72E3-B403-77CF-393DF4E9DA6D}"/>
          </ac:spMkLst>
        </pc:spChg>
        <pc:spChg chg="mod">
          <ac:chgData name="Devon Svoboda" userId="e411a559af336678" providerId="LiveId" clId="{73BEB1F0-4165-4E94-BBB1-92E96354BF43}" dt="2026-02-05T18:42:48.552" v="3691"/>
          <ac:spMkLst>
            <pc:docMk/>
            <pc:sldMk cId="1053669160" sldId="287"/>
            <ac:spMk id="13" creationId="{558D2ACD-EE39-8FCD-EC5E-01779A6E2D66}"/>
          </ac:spMkLst>
        </pc:spChg>
        <pc:spChg chg="add mod">
          <ac:chgData name="Devon Svoboda" userId="e411a559af336678" providerId="LiveId" clId="{73BEB1F0-4165-4E94-BBB1-92E96354BF43}" dt="2026-02-05T18:47:14.065" v="3921" actId="1076"/>
          <ac:spMkLst>
            <pc:docMk/>
            <pc:sldMk cId="1053669160" sldId="287"/>
            <ac:spMk id="19" creationId="{087C3C20-5A2B-8436-0174-DA3827BD6A86}"/>
          </ac:spMkLst>
        </pc:spChg>
        <pc:grpChg chg="add mod">
          <ac:chgData name="Devon Svoboda" userId="e411a559af336678" providerId="LiveId" clId="{73BEB1F0-4165-4E94-BBB1-92E96354BF43}" dt="2026-02-05T18:44:54.724" v="3702" actId="1076"/>
          <ac:grpSpMkLst>
            <pc:docMk/>
            <pc:sldMk cId="1053669160" sldId="287"/>
            <ac:grpSpMk id="2" creationId="{EF58478E-FE7B-9023-310F-880163E42C5B}"/>
          </ac:grpSpMkLst>
        </pc:grpChg>
        <pc:graphicFrameChg chg="add mod">
          <ac:chgData name="Devon Svoboda" userId="e411a559af336678" providerId="LiveId" clId="{73BEB1F0-4165-4E94-BBB1-92E96354BF43}" dt="2026-02-05T18:44:50.361" v="3701" actId="1076"/>
          <ac:graphicFrameMkLst>
            <pc:docMk/>
            <pc:sldMk cId="1053669160" sldId="287"/>
            <ac:graphicFrameMk id="15" creationId="{61E87C4C-77FA-A2A9-1DB6-4F7311CE1DF6}"/>
          </ac:graphicFrameMkLst>
        </pc:graphicFrameChg>
        <pc:picChg chg="mod">
          <ac:chgData name="Devon Svoboda" userId="e411a559af336678" providerId="LiveId" clId="{73BEB1F0-4165-4E94-BBB1-92E96354BF43}" dt="2026-02-05T18:42:48.552" v="3691"/>
          <ac:picMkLst>
            <pc:docMk/>
            <pc:sldMk cId="1053669160" sldId="287"/>
            <ac:picMk id="4" creationId="{9B1DDF4C-303F-2481-922D-7A06FAD9B9D4}"/>
          </ac:picMkLst>
        </pc:picChg>
        <pc:picChg chg="mod">
          <ac:chgData name="Devon Svoboda" userId="e411a559af336678" providerId="LiveId" clId="{73BEB1F0-4165-4E94-BBB1-92E96354BF43}" dt="2026-02-05T18:42:48.552" v="3691"/>
          <ac:picMkLst>
            <pc:docMk/>
            <pc:sldMk cId="1053669160" sldId="287"/>
            <ac:picMk id="5" creationId="{936E0BB4-511A-5D6C-16D6-ABADB3EBFAF1}"/>
          </ac:picMkLst>
        </pc:picChg>
        <pc:picChg chg="add">
          <ac:chgData name="Devon Svoboda" userId="e411a559af336678" providerId="LiveId" clId="{73BEB1F0-4165-4E94-BBB1-92E96354BF43}" dt="2026-02-05T18:43:48.740" v="3693"/>
          <ac:picMkLst>
            <pc:docMk/>
            <pc:sldMk cId="1053669160" sldId="287"/>
            <ac:picMk id="17" creationId="{44A3D3BD-66B4-7A8D-EA2F-92E2134773D1}"/>
          </ac:picMkLst>
        </pc:picChg>
      </pc:sldChg>
      <pc:sldChg chg="addSp delSp modSp add del mod modAnim">
        <pc:chgData name="Devon Svoboda" userId="e411a559af336678" providerId="LiveId" clId="{73BEB1F0-4165-4E94-BBB1-92E96354BF43}" dt="2026-02-05T18:51:14.627" v="4046" actId="47"/>
        <pc:sldMkLst>
          <pc:docMk/>
          <pc:sldMk cId="1146429584" sldId="288"/>
        </pc:sldMkLst>
        <pc:spChg chg="mod">
          <ac:chgData name="Devon Svoboda" userId="e411a559af336678" providerId="LiveId" clId="{73BEB1F0-4165-4E94-BBB1-92E96354BF43}" dt="2026-02-05T18:48:06.123" v="3934"/>
          <ac:spMkLst>
            <pc:docMk/>
            <pc:sldMk cId="1146429584" sldId="288"/>
            <ac:spMk id="11" creationId="{1A489EA5-9737-B2EF-6618-E0AA4C3E639A}"/>
          </ac:spMkLst>
        </pc:spChg>
        <pc:spChg chg="mod">
          <ac:chgData name="Devon Svoboda" userId="e411a559af336678" providerId="LiveId" clId="{73BEB1F0-4165-4E94-BBB1-92E96354BF43}" dt="2026-02-05T18:48:06.123" v="3934"/>
          <ac:spMkLst>
            <pc:docMk/>
            <pc:sldMk cId="1146429584" sldId="288"/>
            <ac:spMk id="21" creationId="{354F4F77-0031-FE6B-45EC-F1927115D15F}"/>
          </ac:spMkLst>
        </pc:spChg>
        <pc:spChg chg="mod">
          <ac:chgData name="Devon Svoboda" userId="e411a559af336678" providerId="LiveId" clId="{73BEB1F0-4165-4E94-BBB1-92E96354BF43}" dt="2026-02-05T18:48:06.123" v="3934"/>
          <ac:spMkLst>
            <pc:docMk/>
            <pc:sldMk cId="1146429584" sldId="288"/>
            <ac:spMk id="22" creationId="{1731F07D-B424-BF5B-DBAA-75276A66DF9D}"/>
          </ac:spMkLst>
        </pc:spChg>
        <pc:spChg chg="add mod">
          <ac:chgData name="Devon Svoboda" userId="e411a559af336678" providerId="LiveId" clId="{73BEB1F0-4165-4E94-BBB1-92E96354BF43}" dt="2026-02-05T18:50:09.425" v="4036" actId="1076"/>
          <ac:spMkLst>
            <pc:docMk/>
            <pc:sldMk cId="1146429584" sldId="288"/>
            <ac:spMk id="26" creationId="{C4CE415C-E227-0DFC-4B38-D5AE8806D3F5}"/>
          </ac:spMkLst>
        </pc:spChg>
        <pc:grpChg chg="del">
          <ac:chgData name="Devon Svoboda" userId="e411a559af336678" providerId="LiveId" clId="{73BEB1F0-4165-4E94-BBB1-92E96354BF43}" dt="2026-02-05T18:43:59.601" v="3695" actId="478"/>
          <ac:grpSpMkLst>
            <pc:docMk/>
            <pc:sldMk cId="1146429584" sldId="288"/>
            <ac:grpSpMk id="2" creationId="{92FE119F-8D9A-6FF9-9FAD-A96C07A90B44}"/>
          </ac:grpSpMkLst>
        </pc:grpChg>
        <pc:grpChg chg="add mod">
          <ac:chgData name="Devon Svoboda" userId="e411a559af336678" providerId="LiveId" clId="{73BEB1F0-4165-4E94-BBB1-92E96354BF43}" dt="2026-02-05T18:48:18.685" v="3939" actId="1076"/>
          <ac:grpSpMkLst>
            <pc:docMk/>
            <pc:sldMk cId="1146429584" sldId="288"/>
            <ac:grpSpMk id="10" creationId="{0B4D8CF9-2F33-C91E-6609-BE5E91B4AE22}"/>
          </ac:grpSpMkLst>
        </pc:grpChg>
        <pc:graphicFrameChg chg="del">
          <ac:chgData name="Devon Svoboda" userId="e411a559af336678" providerId="LiveId" clId="{73BEB1F0-4165-4E94-BBB1-92E96354BF43}" dt="2026-02-05T18:43:59.601" v="3695" actId="478"/>
          <ac:graphicFrameMkLst>
            <pc:docMk/>
            <pc:sldMk cId="1146429584" sldId="288"/>
            <ac:graphicFrameMk id="15" creationId="{73D7CD00-51A0-40EA-83F1-51446020B60C}"/>
          </ac:graphicFrameMkLst>
        </pc:graphicFrameChg>
        <pc:picChg chg="add mod">
          <ac:chgData name="Devon Svoboda" userId="e411a559af336678" providerId="LiveId" clId="{73BEB1F0-4165-4E94-BBB1-92E96354BF43}" dt="2026-02-05T18:48:51.241" v="3945" actId="1076"/>
          <ac:picMkLst>
            <pc:docMk/>
            <pc:sldMk cId="1146429584" sldId="288"/>
            <ac:picMk id="8" creationId="{B8F57506-9788-6E23-C737-82ADC97C49D4}"/>
          </ac:picMkLst>
        </pc:picChg>
        <pc:picChg chg="add del mod">
          <ac:chgData name="Devon Svoboda" userId="e411a559af336678" providerId="LiveId" clId="{73BEB1F0-4165-4E94-BBB1-92E96354BF43}" dt="2026-02-05T18:47:51.899" v="3932" actId="478"/>
          <ac:picMkLst>
            <pc:docMk/>
            <pc:sldMk cId="1146429584" sldId="288"/>
            <ac:picMk id="9" creationId="{01DD107F-6010-518D-B3AB-7531C17E7331}"/>
          </ac:picMkLst>
        </pc:picChg>
        <pc:picChg chg="mod">
          <ac:chgData name="Devon Svoboda" userId="e411a559af336678" providerId="LiveId" clId="{73BEB1F0-4165-4E94-BBB1-92E96354BF43}" dt="2026-02-05T18:48:06.123" v="3934"/>
          <ac:picMkLst>
            <pc:docMk/>
            <pc:sldMk cId="1146429584" sldId="288"/>
            <ac:picMk id="17" creationId="{2BA40ABC-7786-CD66-7473-718B5E3D66C8}"/>
          </ac:picMkLst>
        </pc:picChg>
        <pc:picChg chg="mod">
          <ac:chgData name="Devon Svoboda" userId="e411a559af336678" providerId="LiveId" clId="{73BEB1F0-4165-4E94-BBB1-92E96354BF43}" dt="2026-02-05T18:48:06.123" v="3934"/>
          <ac:picMkLst>
            <pc:docMk/>
            <pc:sldMk cId="1146429584" sldId="288"/>
            <ac:picMk id="19" creationId="{765BDFC1-9A00-38FD-DE86-E147735B9F9E}"/>
          </ac:picMkLst>
        </pc:picChg>
        <pc:cxnChg chg="add">
          <ac:chgData name="Devon Svoboda" userId="e411a559af336678" providerId="LiveId" clId="{73BEB1F0-4165-4E94-BBB1-92E96354BF43}" dt="2026-02-05T18:48:40.757" v="3941" actId="11529"/>
          <ac:cxnSpMkLst>
            <pc:docMk/>
            <pc:sldMk cId="1146429584" sldId="288"/>
            <ac:cxnSpMk id="24" creationId="{7090739C-DAF0-67D5-AC67-EC1A3C540434}"/>
          </ac:cxnSpMkLst>
        </pc:cxnChg>
        <pc:cxnChg chg="add mod">
          <ac:chgData name="Devon Svoboda" userId="e411a559af336678" providerId="LiveId" clId="{73BEB1F0-4165-4E94-BBB1-92E96354BF43}" dt="2026-02-05T18:48:45.358" v="3943" actId="1076"/>
          <ac:cxnSpMkLst>
            <pc:docMk/>
            <pc:sldMk cId="1146429584" sldId="288"/>
            <ac:cxnSpMk id="25" creationId="{894A8936-7532-922D-43CE-719A5EC5F47D}"/>
          </ac:cxnSpMkLst>
        </pc:cxnChg>
      </pc:sldChg>
      <pc:sldChg chg="delSp modSp add del mod setBg delDesignElem">
        <pc:chgData name="Devon Svoboda" userId="e411a559af336678" providerId="LiveId" clId="{73BEB1F0-4165-4E94-BBB1-92E96354BF43}" dt="2026-02-05T18:47:47.755" v="3931" actId="47"/>
        <pc:sldMkLst>
          <pc:docMk/>
          <pc:sldMk cId="3202047206" sldId="289"/>
        </pc:sldMkLst>
        <pc:spChg chg="del">
          <ac:chgData name="Devon Svoboda" userId="e411a559af336678" providerId="LiveId" clId="{73BEB1F0-4165-4E94-BBB1-92E96354BF43}" dt="2026-02-05T18:47:37.568" v="3928"/>
          <ac:spMkLst>
            <pc:docMk/>
            <pc:sldMk cId="3202047206" sldId="289"/>
            <ac:spMk id="12" creationId="{D6BEE903-2C9D-6823-28EC-4013A9D189DB}"/>
          </ac:spMkLst>
        </pc:spChg>
        <pc:spChg chg="del">
          <ac:chgData name="Devon Svoboda" userId="e411a559af336678" providerId="LiveId" clId="{73BEB1F0-4165-4E94-BBB1-92E96354BF43}" dt="2026-02-05T18:47:37.568" v="3928"/>
          <ac:spMkLst>
            <pc:docMk/>
            <pc:sldMk cId="3202047206" sldId="289"/>
            <ac:spMk id="14" creationId="{5EBB7A2F-E4EF-D006-2FBB-EBEA1497A655}"/>
          </ac:spMkLst>
        </pc:spChg>
        <pc:spChg chg="del">
          <ac:chgData name="Devon Svoboda" userId="e411a559af336678" providerId="LiveId" clId="{73BEB1F0-4165-4E94-BBB1-92E96354BF43}" dt="2026-02-05T18:47:37.568" v="3928"/>
          <ac:spMkLst>
            <pc:docMk/>
            <pc:sldMk cId="3202047206" sldId="289"/>
            <ac:spMk id="16" creationId="{3274D059-3064-757C-899F-1DA0B1BD40B3}"/>
          </ac:spMkLst>
        </pc:spChg>
        <pc:spChg chg="del">
          <ac:chgData name="Devon Svoboda" userId="e411a559af336678" providerId="LiveId" clId="{73BEB1F0-4165-4E94-BBB1-92E96354BF43}" dt="2026-02-05T18:47:37.568" v="3928"/>
          <ac:spMkLst>
            <pc:docMk/>
            <pc:sldMk cId="3202047206" sldId="289"/>
            <ac:spMk id="18" creationId="{95C09DD5-67C4-5363-B18E-151A2FAC57C7}"/>
          </ac:spMkLst>
        </pc:spChg>
        <pc:spChg chg="del">
          <ac:chgData name="Devon Svoboda" userId="e411a559af336678" providerId="LiveId" clId="{73BEB1F0-4165-4E94-BBB1-92E96354BF43}" dt="2026-02-05T18:47:37.568" v="3928"/>
          <ac:spMkLst>
            <pc:docMk/>
            <pc:sldMk cId="3202047206" sldId="289"/>
            <ac:spMk id="20" creationId="{76657476-A1DD-BC01-4CF7-CFACA6F87161}"/>
          </ac:spMkLst>
        </pc:spChg>
        <pc:picChg chg="mod">
          <ac:chgData name="Devon Svoboda" userId="e411a559af336678" providerId="LiveId" clId="{73BEB1F0-4165-4E94-BBB1-92E96354BF43}" dt="2026-02-05T18:47:38.678" v="3929" actId="1076"/>
          <ac:picMkLst>
            <pc:docMk/>
            <pc:sldMk cId="3202047206" sldId="289"/>
            <ac:picMk id="9" creationId="{49516335-1574-AE6F-6461-E360B2542B9D}"/>
          </ac:picMkLst>
        </pc:picChg>
      </pc:sldChg>
      <pc:sldChg chg="addSp delSp modSp add mod modAnim">
        <pc:chgData name="Devon Svoboda" userId="e411a559af336678" providerId="LiveId" clId="{73BEB1F0-4165-4E94-BBB1-92E96354BF43}" dt="2026-02-05T18:55:54.419" v="4221" actId="27636"/>
        <pc:sldMkLst>
          <pc:docMk/>
          <pc:sldMk cId="3084802600" sldId="290"/>
        </pc:sldMkLst>
        <pc:spChg chg="add mod">
          <ac:chgData name="Devon Svoboda" userId="e411a559af336678" providerId="LiveId" clId="{73BEB1F0-4165-4E94-BBB1-92E96354BF43}" dt="2026-02-05T18:55:54.419" v="4221" actId="27636"/>
          <ac:spMkLst>
            <pc:docMk/>
            <pc:sldMk cId="3084802600" sldId="290"/>
            <ac:spMk id="2" creationId="{21CC748A-6711-DF63-8BFA-F19243487813}"/>
          </ac:spMkLst>
        </pc:spChg>
        <pc:spChg chg="mod">
          <ac:chgData name="Devon Svoboda" userId="e411a559af336678" providerId="LiveId" clId="{73BEB1F0-4165-4E94-BBB1-92E96354BF43}" dt="2026-02-05T18:54:32.054" v="4210" actId="1076"/>
          <ac:spMkLst>
            <pc:docMk/>
            <pc:sldMk cId="3084802600" sldId="290"/>
            <ac:spMk id="6" creationId="{0023D0D3-D90F-D85D-408A-7463CB7BFF8D}"/>
          </ac:spMkLst>
        </pc:spChg>
        <pc:picChg chg="del">
          <ac:chgData name="Devon Svoboda" userId="e411a559af336678" providerId="LiveId" clId="{73BEB1F0-4165-4E94-BBB1-92E96354BF43}" dt="2026-02-05T18:53:55.271" v="4157" actId="478"/>
          <ac:picMkLst>
            <pc:docMk/>
            <pc:sldMk cId="3084802600" sldId="290"/>
            <ac:picMk id="8" creationId="{7E272A2A-4137-DF76-DDB9-3AEA4895053E}"/>
          </ac:picMkLst>
        </pc:picChg>
        <pc:picChg chg="mod">
          <ac:chgData name="Devon Svoboda" userId="e411a559af336678" providerId="LiveId" clId="{73BEB1F0-4165-4E94-BBB1-92E96354BF43}" dt="2026-02-05T18:53:57.666" v="4158" actId="1076"/>
          <ac:picMkLst>
            <pc:docMk/>
            <pc:sldMk cId="3084802600" sldId="290"/>
            <ac:picMk id="9" creationId="{32669A3C-499F-6AD5-70AD-E74EBC19B970}"/>
          </ac:picMkLst>
        </pc:picChg>
      </pc:sldChg>
      <pc:sldChg chg="modSp add mod addAnim delAnim">
        <pc:chgData name="Devon Svoboda" userId="e411a559af336678" providerId="LiveId" clId="{73BEB1F0-4165-4E94-BBB1-92E96354BF43}" dt="2026-02-05T18:53:46.021" v="4156" actId="1076"/>
        <pc:sldMkLst>
          <pc:docMk/>
          <pc:sldMk cId="2654584106" sldId="291"/>
        </pc:sldMkLst>
        <pc:spChg chg="mod">
          <ac:chgData name="Devon Svoboda" userId="e411a559af336678" providerId="LiveId" clId="{73BEB1F0-4165-4E94-BBB1-92E96354BF43}" dt="2026-02-05T18:53:46.021" v="4156" actId="1076"/>
          <ac:spMkLst>
            <pc:docMk/>
            <pc:sldMk cId="2654584106" sldId="291"/>
            <ac:spMk id="6" creationId="{0813317C-E5C0-C266-A622-D4668D5BBF52}"/>
          </ac:spMkLst>
        </pc:spChg>
        <pc:spChg chg="mod">
          <ac:chgData name="Devon Svoboda" userId="e411a559af336678" providerId="LiveId" clId="{73BEB1F0-4165-4E94-BBB1-92E96354BF43}" dt="2026-02-05T18:50:43.236" v="4045" actId="1076"/>
          <ac:spMkLst>
            <pc:docMk/>
            <pc:sldMk cId="2654584106" sldId="291"/>
            <ac:spMk id="26" creationId="{EAFC0C45-4AFF-D547-E29B-75A2CC982E03}"/>
          </ac:spMkLst>
        </pc:spChg>
        <pc:grpChg chg="mod">
          <ac:chgData name="Devon Svoboda" userId="e411a559af336678" providerId="LiveId" clId="{73BEB1F0-4165-4E94-BBB1-92E96354BF43}" dt="2026-02-05T18:50:31.840" v="4041" actId="1076"/>
          <ac:grpSpMkLst>
            <pc:docMk/>
            <pc:sldMk cId="2654584106" sldId="291"/>
            <ac:grpSpMk id="10" creationId="{3DDE567C-8501-BBFB-886E-50A5EF325D8A}"/>
          </ac:grpSpMkLst>
        </pc:grpChg>
        <pc:picChg chg="mod">
          <ac:chgData name="Devon Svoboda" userId="e411a559af336678" providerId="LiveId" clId="{73BEB1F0-4165-4E94-BBB1-92E96354BF43}" dt="2026-02-05T18:50:29.454" v="4040" actId="1076"/>
          <ac:picMkLst>
            <pc:docMk/>
            <pc:sldMk cId="2654584106" sldId="291"/>
            <ac:picMk id="8" creationId="{BC7905C6-8420-6A4B-9895-67DEBDB6458C}"/>
          </ac:picMkLst>
        </pc:picChg>
        <pc:cxnChg chg="mod">
          <ac:chgData name="Devon Svoboda" userId="e411a559af336678" providerId="LiveId" clId="{73BEB1F0-4165-4E94-BBB1-92E96354BF43}" dt="2026-02-05T18:50:29.454" v="4040" actId="1076"/>
          <ac:cxnSpMkLst>
            <pc:docMk/>
            <pc:sldMk cId="2654584106" sldId="291"/>
            <ac:cxnSpMk id="24" creationId="{9B4450D2-87C0-7B10-15C1-175B4F30A9C7}"/>
          </ac:cxnSpMkLst>
        </pc:cxnChg>
        <pc:cxnChg chg="mod">
          <ac:chgData name="Devon Svoboda" userId="e411a559af336678" providerId="LiveId" clId="{73BEB1F0-4165-4E94-BBB1-92E96354BF43}" dt="2026-02-05T18:50:29.454" v="4040" actId="1076"/>
          <ac:cxnSpMkLst>
            <pc:docMk/>
            <pc:sldMk cId="2654584106" sldId="291"/>
            <ac:cxnSpMk id="25" creationId="{64DF1AB7-7DF6-3A76-C2CB-8F4E514F7150}"/>
          </ac:cxnSpMkLst>
        </pc:cxnChg>
      </pc:sldChg>
      <pc:sldChg chg="modSp add mod">
        <pc:chgData name="Devon Svoboda" userId="e411a559af336678" providerId="LiveId" clId="{73BEB1F0-4165-4E94-BBB1-92E96354BF43}" dt="2026-02-05T18:56:19.497" v="4233" actId="20577"/>
        <pc:sldMkLst>
          <pc:docMk/>
          <pc:sldMk cId="1284178197" sldId="292"/>
        </pc:sldMkLst>
        <pc:spChg chg="mod">
          <ac:chgData name="Devon Svoboda" userId="e411a559af336678" providerId="LiveId" clId="{73BEB1F0-4165-4E94-BBB1-92E96354BF43}" dt="2026-02-05T18:56:19.497" v="4233" actId="20577"/>
          <ac:spMkLst>
            <pc:docMk/>
            <pc:sldMk cId="1284178197" sldId="292"/>
            <ac:spMk id="4" creationId="{AB3B0DAD-4FED-B4DC-56D5-0B0FFBC6F69D}"/>
          </ac:spMkLst>
        </pc:spChg>
      </pc:sldChg>
      <pc:sldChg chg="delSp add del setBg delDesignElem">
        <pc:chgData name="Devon Svoboda" userId="e411a559af336678" providerId="LiveId" clId="{73BEB1F0-4165-4E94-BBB1-92E96354BF43}" dt="2026-02-05T19:00:18.407" v="4257" actId="47"/>
        <pc:sldMkLst>
          <pc:docMk/>
          <pc:sldMk cId="3701493498" sldId="293"/>
        </pc:sldMkLst>
        <pc:spChg chg="del">
          <ac:chgData name="Devon Svoboda" userId="e411a559af336678" providerId="LiveId" clId="{73BEB1F0-4165-4E94-BBB1-92E96354BF43}" dt="2026-02-05T19:00:07.871" v="4255"/>
          <ac:spMkLst>
            <pc:docMk/>
            <pc:sldMk cId="3701493498" sldId="293"/>
            <ac:spMk id="12" creationId="{2DF57AE7-7971-AE7A-D037-2EEBBB9743AB}"/>
          </ac:spMkLst>
        </pc:spChg>
        <pc:spChg chg="del">
          <ac:chgData name="Devon Svoboda" userId="e411a559af336678" providerId="LiveId" clId="{73BEB1F0-4165-4E94-BBB1-92E96354BF43}" dt="2026-02-05T19:00:07.871" v="4255"/>
          <ac:spMkLst>
            <pc:docMk/>
            <pc:sldMk cId="3701493498" sldId="293"/>
            <ac:spMk id="14" creationId="{D28D05D0-EA41-A184-390B-F4E995DEDDA2}"/>
          </ac:spMkLst>
        </pc:spChg>
        <pc:spChg chg="del">
          <ac:chgData name="Devon Svoboda" userId="e411a559af336678" providerId="LiveId" clId="{73BEB1F0-4165-4E94-BBB1-92E96354BF43}" dt="2026-02-05T19:00:07.871" v="4255"/>
          <ac:spMkLst>
            <pc:docMk/>
            <pc:sldMk cId="3701493498" sldId="293"/>
            <ac:spMk id="16" creationId="{219D999A-F38D-6CA6-891F-3F00568DE54B}"/>
          </ac:spMkLst>
        </pc:spChg>
        <pc:spChg chg="del">
          <ac:chgData name="Devon Svoboda" userId="e411a559af336678" providerId="LiveId" clId="{73BEB1F0-4165-4E94-BBB1-92E96354BF43}" dt="2026-02-05T19:00:07.871" v="4255"/>
          <ac:spMkLst>
            <pc:docMk/>
            <pc:sldMk cId="3701493498" sldId="293"/>
            <ac:spMk id="18" creationId="{4F1187D9-9CB0-1AD9-9A1B-E028F2DF267E}"/>
          </ac:spMkLst>
        </pc:spChg>
        <pc:spChg chg="del">
          <ac:chgData name="Devon Svoboda" userId="e411a559af336678" providerId="LiveId" clId="{73BEB1F0-4165-4E94-BBB1-92E96354BF43}" dt="2026-02-05T19:00:07.871" v="4255"/>
          <ac:spMkLst>
            <pc:docMk/>
            <pc:sldMk cId="3701493498" sldId="293"/>
            <ac:spMk id="20" creationId="{B5C85197-90D8-6AA1-CC80-25B065C4C296}"/>
          </ac:spMkLst>
        </pc:spChg>
      </pc:sldChg>
      <pc:sldChg chg="addSp delSp modSp add mod modAnim">
        <pc:chgData name="Devon Svoboda" userId="e411a559af336678" providerId="LiveId" clId="{73BEB1F0-4165-4E94-BBB1-92E96354BF43}" dt="2026-02-06T19:01:12.728" v="6316" actId="1076"/>
        <pc:sldMkLst>
          <pc:docMk/>
          <pc:sldMk cId="1630584738" sldId="294"/>
        </pc:sldMkLst>
        <pc:spChg chg="mod">
          <ac:chgData name="Devon Svoboda" userId="e411a559af336678" providerId="LiveId" clId="{73BEB1F0-4165-4E94-BBB1-92E96354BF43}" dt="2026-02-05T19:02:30.455" v="4347" actId="1076"/>
          <ac:spMkLst>
            <pc:docMk/>
            <pc:sldMk cId="1630584738" sldId="294"/>
            <ac:spMk id="2" creationId="{6BB63C76-B753-2541-5AAB-7EDB3C0C6AAA}"/>
          </ac:spMkLst>
        </pc:spChg>
        <pc:spChg chg="mod">
          <ac:chgData name="Devon Svoboda" userId="e411a559af336678" providerId="LiveId" clId="{73BEB1F0-4165-4E94-BBB1-92E96354BF43}" dt="2026-02-05T19:03:26.006" v="4366" actId="1076"/>
          <ac:spMkLst>
            <pc:docMk/>
            <pc:sldMk cId="1630584738" sldId="294"/>
            <ac:spMk id="6" creationId="{711BEEA3-1423-2077-B235-468DE9DB6089}"/>
          </ac:spMkLst>
        </pc:spChg>
        <pc:spChg chg="add mod">
          <ac:chgData name="Devon Svoboda" userId="e411a559af336678" providerId="LiveId" clId="{73BEB1F0-4165-4E94-BBB1-92E96354BF43}" dt="2026-02-05T19:02:11.498" v="4340" actId="164"/>
          <ac:spMkLst>
            <pc:docMk/>
            <pc:sldMk cId="1630584738" sldId="294"/>
            <ac:spMk id="11" creationId="{67FCE223-3A63-235F-DDAF-7E86FAAB9C86}"/>
          </ac:spMkLst>
        </pc:spChg>
        <pc:spChg chg="add mod">
          <ac:chgData name="Devon Svoboda" userId="e411a559af336678" providerId="LiveId" clId="{73BEB1F0-4165-4E94-BBB1-92E96354BF43}" dt="2026-02-05T19:02:11.498" v="4340" actId="164"/>
          <ac:spMkLst>
            <pc:docMk/>
            <pc:sldMk cId="1630584738" sldId="294"/>
            <ac:spMk id="13" creationId="{348DA3AF-1AE1-418C-B874-0DCF08334D9A}"/>
          </ac:spMkLst>
        </pc:spChg>
        <pc:spChg chg="add mod">
          <ac:chgData name="Devon Svoboda" userId="e411a559af336678" providerId="LiveId" clId="{73BEB1F0-4165-4E94-BBB1-92E96354BF43}" dt="2026-02-05T19:02:11.498" v="4340" actId="164"/>
          <ac:spMkLst>
            <pc:docMk/>
            <pc:sldMk cId="1630584738" sldId="294"/>
            <ac:spMk id="15" creationId="{7C7A214A-9C9E-D4AD-0752-2896EE6D220E}"/>
          </ac:spMkLst>
        </pc:spChg>
        <pc:spChg chg="add mod">
          <ac:chgData name="Devon Svoboda" userId="e411a559af336678" providerId="LiveId" clId="{73BEB1F0-4165-4E94-BBB1-92E96354BF43}" dt="2026-02-05T19:02:11.498" v="4340" actId="164"/>
          <ac:spMkLst>
            <pc:docMk/>
            <pc:sldMk cId="1630584738" sldId="294"/>
            <ac:spMk id="17" creationId="{73BB506C-59BC-30DA-EEC1-971CC5888E39}"/>
          </ac:spMkLst>
        </pc:spChg>
        <pc:spChg chg="add mod">
          <ac:chgData name="Devon Svoboda" userId="e411a559af336678" providerId="LiveId" clId="{73BEB1F0-4165-4E94-BBB1-92E96354BF43}" dt="2026-02-05T19:02:11.498" v="4340" actId="164"/>
          <ac:spMkLst>
            <pc:docMk/>
            <pc:sldMk cId="1630584738" sldId="294"/>
            <ac:spMk id="19" creationId="{6E4B792B-75B8-D71B-6BCD-15E14C66E35C}"/>
          </ac:spMkLst>
        </pc:spChg>
        <pc:spChg chg="add mod">
          <ac:chgData name="Devon Svoboda" userId="e411a559af336678" providerId="LiveId" clId="{73BEB1F0-4165-4E94-BBB1-92E96354BF43}" dt="2026-02-05T19:02:11.498" v="4340" actId="164"/>
          <ac:spMkLst>
            <pc:docMk/>
            <pc:sldMk cId="1630584738" sldId="294"/>
            <ac:spMk id="21" creationId="{2EB18461-1FA8-C49A-DC8F-E99187B8D3A9}"/>
          </ac:spMkLst>
        </pc:spChg>
        <pc:spChg chg="add mod">
          <ac:chgData name="Devon Svoboda" userId="e411a559af336678" providerId="LiveId" clId="{73BEB1F0-4165-4E94-BBB1-92E96354BF43}" dt="2026-02-05T19:06:02.650" v="4557" actId="1076"/>
          <ac:spMkLst>
            <pc:docMk/>
            <pc:sldMk cId="1630584738" sldId="294"/>
            <ac:spMk id="23" creationId="{1A535131-2239-988C-5315-3743168E47DA}"/>
          </ac:spMkLst>
        </pc:spChg>
        <pc:spChg chg="add mod">
          <ac:chgData name="Devon Svoboda" userId="e411a559af336678" providerId="LiveId" clId="{73BEB1F0-4165-4E94-BBB1-92E96354BF43}" dt="2026-02-06T19:01:12.728" v="6316" actId="1076"/>
          <ac:spMkLst>
            <pc:docMk/>
            <pc:sldMk cId="1630584738" sldId="294"/>
            <ac:spMk id="24" creationId="{1B65536F-3D20-AA74-F132-8C56674CC504}"/>
          </ac:spMkLst>
        </pc:spChg>
        <pc:grpChg chg="mod">
          <ac:chgData name="Devon Svoboda" userId="e411a559af336678" providerId="LiveId" clId="{73BEB1F0-4165-4E94-BBB1-92E96354BF43}" dt="2026-02-05T19:03:30.742" v="4367" actId="1076"/>
          <ac:grpSpMkLst>
            <pc:docMk/>
            <pc:sldMk cId="1630584738" sldId="294"/>
            <ac:grpSpMk id="22" creationId="{8C5DB7EE-0F74-9D6F-390B-2E85E84197BF}"/>
          </ac:grpSpMkLst>
        </pc:grpChg>
        <pc:picChg chg="add mod">
          <ac:chgData name="Devon Svoboda" userId="e411a559af336678" providerId="LiveId" clId="{73BEB1F0-4165-4E94-BBB1-92E96354BF43}" dt="2026-02-05T19:02:11.498" v="4340" actId="164"/>
          <ac:picMkLst>
            <pc:docMk/>
            <pc:sldMk cId="1630584738" sldId="294"/>
            <ac:picMk id="3" creationId="{34838976-D502-CC6C-AB5D-1C45995D077D}"/>
          </ac:picMkLst>
        </pc:picChg>
        <pc:picChg chg="add mod">
          <ac:chgData name="Devon Svoboda" userId="e411a559af336678" providerId="LiveId" clId="{73BEB1F0-4165-4E94-BBB1-92E96354BF43}" dt="2026-02-05T19:02:11.498" v="4340" actId="164"/>
          <ac:picMkLst>
            <pc:docMk/>
            <pc:sldMk cId="1630584738" sldId="294"/>
            <ac:picMk id="4" creationId="{05B0B98F-FC82-56EB-4AE4-8A62BB0A33F9}"/>
          </ac:picMkLst>
        </pc:picChg>
        <pc:picChg chg="add mod">
          <ac:chgData name="Devon Svoboda" userId="e411a559af336678" providerId="LiveId" clId="{73BEB1F0-4165-4E94-BBB1-92E96354BF43}" dt="2026-02-05T19:02:11.498" v="4340" actId="164"/>
          <ac:picMkLst>
            <pc:docMk/>
            <pc:sldMk cId="1630584738" sldId="294"/>
            <ac:picMk id="7" creationId="{C1FB82F8-4152-9673-AAA9-252E25DB6D8A}"/>
          </ac:picMkLst>
        </pc:picChg>
        <pc:picChg chg="add mod">
          <ac:chgData name="Devon Svoboda" userId="e411a559af336678" providerId="LiveId" clId="{73BEB1F0-4165-4E94-BBB1-92E96354BF43}" dt="2026-02-05T19:02:11.498" v="4340" actId="164"/>
          <ac:picMkLst>
            <pc:docMk/>
            <pc:sldMk cId="1630584738" sldId="294"/>
            <ac:picMk id="8" creationId="{7627133B-7E71-A7F9-F0A5-7DDB51942C4E}"/>
          </ac:picMkLst>
        </pc:picChg>
        <pc:picChg chg="del">
          <ac:chgData name="Devon Svoboda" userId="e411a559af336678" providerId="LiveId" clId="{73BEB1F0-4165-4E94-BBB1-92E96354BF43}" dt="2026-02-05T19:00:56.161" v="4260" actId="478"/>
          <ac:picMkLst>
            <pc:docMk/>
            <pc:sldMk cId="1630584738" sldId="294"/>
            <ac:picMk id="9" creationId="{8FC0AF99-8B49-DBD6-3B22-0EF4176B5480}"/>
          </ac:picMkLst>
        </pc:picChg>
      </pc:sldChg>
      <pc:sldChg chg="addSp delSp modSp add del mod delAnim modAnim">
        <pc:chgData name="Devon Svoboda" userId="e411a559af336678" providerId="LiveId" clId="{73BEB1F0-4165-4E94-BBB1-92E96354BF43}" dt="2026-02-05T19:34:15.492" v="5566" actId="47"/>
        <pc:sldMkLst>
          <pc:docMk/>
          <pc:sldMk cId="2770807018" sldId="295"/>
        </pc:sldMkLst>
        <pc:spChg chg="del">
          <ac:chgData name="Devon Svoboda" userId="e411a559af336678" providerId="LiveId" clId="{73BEB1F0-4165-4E94-BBB1-92E96354BF43}" dt="2026-02-05T19:24:06.350" v="5158" actId="478"/>
          <ac:spMkLst>
            <pc:docMk/>
            <pc:sldMk cId="2770807018" sldId="295"/>
            <ac:spMk id="4" creationId="{2D203608-08C8-4A0B-B30B-CAB1267FCE51}"/>
          </ac:spMkLst>
        </pc:spChg>
        <pc:spChg chg="add mod">
          <ac:chgData name="Devon Svoboda" userId="e411a559af336678" providerId="LiveId" clId="{73BEB1F0-4165-4E94-BBB1-92E96354BF43}" dt="2026-02-05T19:24:12.909" v="5161" actId="1076"/>
          <ac:spMkLst>
            <pc:docMk/>
            <pc:sldMk cId="2770807018" sldId="295"/>
            <ac:spMk id="5" creationId="{32927ABD-61CE-DDA4-C1A1-0926A46E9AA6}"/>
          </ac:spMkLst>
        </pc:spChg>
        <pc:spChg chg="add mod">
          <ac:chgData name="Devon Svoboda" userId="e411a559af336678" providerId="LiveId" clId="{73BEB1F0-4165-4E94-BBB1-92E96354BF43}" dt="2026-02-05T19:33:53.985" v="5564" actId="20577"/>
          <ac:spMkLst>
            <pc:docMk/>
            <pc:sldMk cId="2770807018" sldId="295"/>
            <ac:spMk id="7" creationId="{71F77BA1-F016-0D4A-580F-BE65B35617D8}"/>
          </ac:spMkLst>
        </pc:spChg>
        <pc:spChg chg="del">
          <ac:chgData name="Devon Svoboda" userId="e411a559af336678" providerId="LiveId" clId="{73BEB1F0-4165-4E94-BBB1-92E96354BF43}" dt="2026-02-05T19:24:08.110" v="5159" actId="478"/>
          <ac:spMkLst>
            <pc:docMk/>
            <pc:sldMk cId="2770807018" sldId="295"/>
            <ac:spMk id="10" creationId="{CE6D1D73-E0AE-00E6-D969-1B1102F442D3}"/>
          </ac:spMkLst>
        </pc:spChg>
        <pc:spChg chg="add">
          <ac:chgData name="Devon Svoboda" userId="e411a559af336678" providerId="LiveId" clId="{73BEB1F0-4165-4E94-BBB1-92E96354BF43}" dt="2026-02-05T19:24:50.198" v="5162" actId="11529"/>
          <ac:spMkLst>
            <pc:docMk/>
            <pc:sldMk cId="2770807018" sldId="295"/>
            <ac:spMk id="11" creationId="{88B0E071-8498-FEC9-A3B5-514D2225D030}"/>
          </ac:spMkLst>
        </pc:spChg>
        <pc:spChg chg="add mod">
          <ac:chgData name="Devon Svoboda" userId="e411a559af336678" providerId="LiveId" clId="{73BEB1F0-4165-4E94-BBB1-92E96354BF43}" dt="2026-02-05T19:25:14.815" v="5170" actId="1076"/>
          <ac:spMkLst>
            <pc:docMk/>
            <pc:sldMk cId="2770807018" sldId="295"/>
            <ac:spMk id="13" creationId="{C5FFFE8F-3B79-DF04-470C-4649B95EC1EF}"/>
          </ac:spMkLst>
        </pc:spChg>
        <pc:spChg chg="add del mod">
          <ac:chgData name="Devon Svoboda" userId="e411a559af336678" providerId="LiveId" clId="{73BEB1F0-4165-4E94-BBB1-92E96354BF43}" dt="2026-02-05T19:26:58.803" v="5184" actId="478"/>
          <ac:spMkLst>
            <pc:docMk/>
            <pc:sldMk cId="2770807018" sldId="295"/>
            <ac:spMk id="15" creationId="{F3B31CAA-D644-E13F-55CB-E97D3D1B6328}"/>
          </ac:spMkLst>
        </pc:spChg>
        <pc:spChg chg="add mod">
          <ac:chgData name="Devon Svoboda" userId="e411a559af336678" providerId="LiveId" clId="{73BEB1F0-4165-4E94-BBB1-92E96354BF43}" dt="2026-02-05T19:27:30.049" v="5232" actId="20577"/>
          <ac:spMkLst>
            <pc:docMk/>
            <pc:sldMk cId="2770807018" sldId="295"/>
            <ac:spMk id="17" creationId="{5B247317-4AE1-1377-5CB7-497621807915}"/>
          </ac:spMkLst>
        </pc:spChg>
        <pc:spChg chg="add del mod">
          <ac:chgData name="Devon Svoboda" userId="e411a559af336678" providerId="LiveId" clId="{73BEB1F0-4165-4E94-BBB1-92E96354BF43}" dt="2026-02-05T19:34:03.410" v="5565" actId="478"/>
          <ac:spMkLst>
            <pc:docMk/>
            <pc:sldMk cId="2770807018" sldId="295"/>
            <ac:spMk id="19" creationId="{6AB4F0C7-910A-2167-DF9C-10A35D6A4A07}"/>
          </ac:spMkLst>
        </pc:spChg>
      </pc:sldChg>
      <pc:sldChg chg="addSp delSp modSp add mod modAnim">
        <pc:chgData name="Devon Svoboda" userId="e411a559af336678" providerId="LiveId" clId="{73BEB1F0-4165-4E94-BBB1-92E96354BF43}" dt="2026-02-05T19:33:35.784" v="5554" actId="20577"/>
        <pc:sldMkLst>
          <pc:docMk/>
          <pc:sldMk cId="1464745398" sldId="296"/>
        </pc:sldMkLst>
        <pc:spChg chg="mod">
          <ac:chgData name="Devon Svoboda" userId="e411a559af336678" providerId="LiveId" clId="{73BEB1F0-4165-4E94-BBB1-92E96354BF43}" dt="2026-02-05T19:30:18.883" v="5304" actId="20577"/>
          <ac:spMkLst>
            <pc:docMk/>
            <pc:sldMk cId="1464745398" sldId="296"/>
            <ac:spMk id="2" creationId="{30330884-0C95-FF37-F54D-D6B6970BF541}"/>
          </ac:spMkLst>
        </pc:spChg>
        <pc:spChg chg="mod">
          <ac:chgData name="Devon Svoboda" userId="e411a559af336678" providerId="LiveId" clId="{73BEB1F0-4165-4E94-BBB1-92E96354BF43}" dt="2026-02-05T19:31:04.628" v="5424" actId="20577"/>
          <ac:spMkLst>
            <pc:docMk/>
            <pc:sldMk cId="1464745398" sldId="296"/>
            <ac:spMk id="3" creationId="{1F918F3C-2F00-38C3-0D11-9006D312D39A}"/>
          </ac:spMkLst>
        </pc:spChg>
        <pc:spChg chg="add mod">
          <ac:chgData name="Devon Svoboda" userId="e411a559af336678" providerId="LiveId" clId="{73BEB1F0-4165-4E94-BBB1-92E96354BF43}" dt="2026-02-05T19:32:20.150" v="5504" actId="20577"/>
          <ac:spMkLst>
            <pc:docMk/>
            <pc:sldMk cId="1464745398" sldId="296"/>
            <ac:spMk id="4" creationId="{B124D1F2-DCF0-36D0-A1A5-2AF9022412D8}"/>
          </ac:spMkLst>
        </pc:spChg>
        <pc:spChg chg="mod">
          <ac:chgData name="Devon Svoboda" userId="e411a559af336678" providerId="LiveId" clId="{73BEB1F0-4165-4E94-BBB1-92E96354BF43}" dt="2026-02-05T19:32:43.487" v="5516" actId="403"/>
          <ac:spMkLst>
            <pc:docMk/>
            <pc:sldMk cId="1464745398" sldId="296"/>
            <ac:spMk id="5" creationId="{8AD38AAC-56BD-E87E-E7D1-919F923E33BA}"/>
          </ac:spMkLst>
        </pc:spChg>
        <pc:spChg chg="mod">
          <ac:chgData name="Devon Svoboda" userId="e411a559af336678" providerId="LiveId" clId="{73BEB1F0-4165-4E94-BBB1-92E96354BF43}" dt="2026-02-05T19:29:54.783" v="5273" actId="20577"/>
          <ac:spMkLst>
            <pc:docMk/>
            <pc:sldMk cId="1464745398" sldId="296"/>
            <ac:spMk id="6" creationId="{97B46132-1225-FA58-B2BC-25560D374CCB}"/>
          </ac:spMkLst>
        </pc:spChg>
        <pc:spChg chg="del">
          <ac:chgData name="Devon Svoboda" userId="e411a559af336678" providerId="LiveId" clId="{73BEB1F0-4165-4E94-BBB1-92E96354BF43}" dt="2026-02-05T19:31:35.095" v="5433" actId="478"/>
          <ac:spMkLst>
            <pc:docMk/>
            <pc:sldMk cId="1464745398" sldId="296"/>
            <ac:spMk id="7" creationId="{785E5EB6-9D0B-42D1-9026-924CF0EDCFD5}"/>
          </ac:spMkLst>
        </pc:spChg>
        <pc:spChg chg="mod">
          <ac:chgData name="Devon Svoboda" userId="e411a559af336678" providerId="LiveId" clId="{73BEB1F0-4165-4E94-BBB1-92E96354BF43}" dt="2026-02-05T19:31:15.968" v="5431" actId="20577"/>
          <ac:spMkLst>
            <pc:docMk/>
            <pc:sldMk cId="1464745398" sldId="296"/>
            <ac:spMk id="8" creationId="{668FE5F1-FD3F-DEFF-0F84-C0BECB0285E7}"/>
          </ac:spMkLst>
        </pc:spChg>
        <pc:spChg chg="del">
          <ac:chgData name="Devon Svoboda" userId="e411a559af336678" providerId="LiveId" clId="{73BEB1F0-4165-4E94-BBB1-92E96354BF43}" dt="2026-02-05T19:31:32.968" v="5432" actId="478"/>
          <ac:spMkLst>
            <pc:docMk/>
            <pc:sldMk cId="1464745398" sldId="296"/>
            <ac:spMk id="9" creationId="{FEA02943-7551-D6DD-1261-0221EDB4B008}"/>
          </ac:spMkLst>
        </pc:spChg>
        <pc:spChg chg="add mod">
          <ac:chgData name="Devon Svoboda" userId="e411a559af336678" providerId="LiveId" clId="{73BEB1F0-4165-4E94-BBB1-92E96354BF43}" dt="2026-02-05T19:33:35.784" v="5554" actId="20577"/>
          <ac:spMkLst>
            <pc:docMk/>
            <pc:sldMk cId="1464745398" sldId="296"/>
            <ac:spMk id="10" creationId="{D0E54D91-5B94-E105-32CA-B96DA5C2CC1E}"/>
          </ac:spMkLst>
        </pc:spChg>
        <pc:spChg chg="del">
          <ac:chgData name="Devon Svoboda" userId="e411a559af336678" providerId="LiveId" clId="{73BEB1F0-4165-4E94-BBB1-92E96354BF43}" dt="2026-02-05T19:30:07.203" v="5277" actId="478"/>
          <ac:spMkLst>
            <pc:docMk/>
            <pc:sldMk cId="1464745398" sldId="296"/>
            <ac:spMk id="11" creationId="{A729BA0C-0E51-DA49-FBC4-B6A02113B1E1}"/>
          </ac:spMkLst>
        </pc:spChg>
        <pc:spChg chg="del">
          <ac:chgData name="Devon Svoboda" userId="e411a559af336678" providerId="LiveId" clId="{73BEB1F0-4165-4E94-BBB1-92E96354BF43}" dt="2026-02-05T19:30:07.203" v="5277" actId="478"/>
          <ac:spMkLst>
            <pc:docMk/>
            <pc:sldMk cId="1464745398" sldId="296"/>
            <ac:spMk id="13" creationId="{8112DB49-4B59-6173-545C-B94B3B816EA1}"/>
          </ac:spMkLst>
        </pc:spChg>
        <pc:spChg chg="del mod">
          <ac:chgData name="Devon Svoboda" userId="e411a559af336678" providerId="LiveId" clId="{73BEB1F0-4165-4E94-BBB1-92E96354BF43}" dt="2026-02-05T19:30:05.249" v="5276" actId="478"/>
          <ac:spMkLst>
            <pc:docMk/>
            <pc:sldMk cId="1464745398" sldId="296"/>
            <ac:spMk id="17" creationId="{1BC5395B-3099-21E1-C2DB-84774D9273EB}"/>
          </ac:spMkLst>
        </pc:spChg>
        <pc:spChg chg="del">
          <ac:chgData name="Devon Svoboda" userId="e411a559af336678" providerId="LiveId" clId="{73BEB1F0-4165-4E94-BBB1-92E96354BF43}" dt="2026-02-05T19:30:07.203" v="5277" actId="478"/>
          <ac:spMkLst>
            <pc:docMk/>
            <pc:sldMk cId="1464745398" sldId="296"/>
            <ac:spMk id="19" creationId="{5F3E3191-FF5B-D37B-D4F3-8D76DCB7533A}"/>
          </ac:spMkLst>
        </pc:spChg>
      </pc:sldChg>
      <pc:sldChg chg="delSp add del setBg delDesignElem">
        <pc:chgData name="Devon Svoboda" userId="e411a559af336678" providerId="LiveId" clId="{73BEB1F0-4165-4E94-BBB1-92E96354BF43}" dt="2026-02-05T19:36:22.563" v="5570" actId="47"/>
        <pc:sldMkLst>
          <pc:docMk/>
          <pc:sldMk cId="1042937828" sldId="297"/>
        </pc:sldMkLst>
        <pc:spChg chg="del">
          <ac:chgData name="Devon Svoboda" userId="e411a559af336678" providerId="LiveId" clId="{73BEB1F0-4165-4E94-BBB1-92E96354BF43}" dt="2026-02-05T19:36:18.389" v="5568"/>
          <ac:spMkLst>
            <pc:docMk/>
            <pc:sldMk cId="1042937828" sldId="297"/>
            <ac:spMk id="12" creationId="{B773BF4B-C85A-BB35-5F37-75BDF60AC723}"/>
          </ac:spMkLst>
        </pc:spChg>
        <pc:spChg chg="del">
          <ac:chgData name="Devon Svoboda" userId="e411a559af336678" providerId="LiveId" clId="{73BEB1F0-4165-4E94-BBB1-92E96354BF43}" dt="2026-02-05T19:36:18.389" v="5568"/>
          <ac:spMkLst>
            <pc:docMk/>
            <pc:sldMk cId="1042937828" sldId="297"/>
            <ac:spMk id="14" creationId="{2A8E25F7-45F7-0BB0-8B2C-5917F739BDF5}"/>
          </ac:spMkLst>
        </pc:spChg>
        <pc:spChg chg="del">
          <ac:chgData name="Devon Svoboda" userId="e411a559af336678" providerId="LiveId" clId="{73BEB1F0-4165-4E94-BBB1-92E96354BF43}" dt="2026-02-05T19:36:18.389" v="5568"/>
          <ac:spMkLst>
            <pc:docMk/>
            <pc:sldMk cId="1042937828" sldId="297"/>
            <ac:spMk id="16" creationId="{1EB441B0-8C8E-D11E-5AF1-54EA02005085}"/>
          </ac:spMkLst>
        </pc:spChg>
        <pc:spChg chg="del">
          <ac:chgData name="Devon Svoboda" userId="e411a559af336678" providerId="LiveId" clId="{73BEB1F0-4165-4E94-BBB1-92E96354BF43}" dt="2026-02-05T19:36:18.389" v="5568"/>
          <ac:spMkLst>
            <pc:docMk/>
            <pc:sldMk cId="1042937828" sldId="297"/>
            <ac:spMk id="18" creationId="{46414E18-5D94-6061-2426-14203BF20E5E}"/>
          </ac:spMkLst>
        </pc:spChg>
        <pc:spChg chg="del">
          <ac:chgData name="Devon Svoboda" userId="e411a559af336678" providerId="LiveId" clId="{73BEB1F0-4165-4E94-BBB1-92E96354BF43}" dt="2026-02-05T19:36:18.389" v="5568"/>
          <ac:spMkLst>
            <pc:docMk/>
            <pc:sldMk cId="1042937828" sldId="297"/>
            <ac:spMk id="20" creationId="{8990AA65-81B8-7043-0D1F-78A9ADB23174}"/>
          </ac:spMkLst>
        </pc:spChg>
      </pc:sldChg>
      <pc:sldChg chg="addSp delSp modSp add mod delAnim">
        <pc:chgData name="Devon Svoboda" userId="e411a559af336678" providerId="LiveId" clId="{73BEB1F0-4165-4E94-BBB1-92E96354BF43}" dt="2026-02-05T19:51:41.285" v="5815" actId="207"/>
        <pc:sldMkLst>
          <pc:docMk/>
          <pc:sldMk cId="2987003761" sldId="298"/>
        </pc:sldMkLst>
        <pc:spChg chg="del">
          <ac:chgData name="Devon Svoboda" userId="e411a559af336678" providerId="LiveId" clId="{73BEB1F0-4165-4E94-BBB1-92E96354BF43}" dt="2026-02-05T19:36:35.166" v="5571" actId="478"/>
          <ac:spMkLst>
            <pc:docMk/>
            <pc:sldMk cId="2987003761" sldId="298"/>
            <ac:spMk id="2" creationId="{EA53A077-9882-59CB-0442-AAF734D3BE28}"/>
          </ac:spMkLst>
        </pc:spChg>
        <pc:spChg chg="mod">
          <ac:chgData name="Devon Svoboda" userId="e411a559af336678" providerId="LiveId" clId="{73BEB1F0-4165-4E94-BBB1-92E96354BF43}" dt="2026-02-05T19:47:04.265" v="5710" actId="20577"/>
          <ac:spMkLst>
            <pc:docMk/>
            <pc:sldMk cId="2987003761" sldId="298"/>
            <ac:spMk id="6" creationId="{B4FD2901-3348-0FF9-DB0E-01D1BE1FBE98}"/>
          </ac:spMkLst>
        </pc:spChg>
        <pc:spChg chg="del">
          <ac:chgData name="Devon Svoboda" userId="e411a559af336678" providerId="LiveId" clId="{73BEB1F0-4165-4E94-BBB1-92E96354BF43}" dt="2026-02-05T19:36:35.166" v="5571" actId="478"/>
          <ac:spMkLst>
            <pc:docMk/>
            <pc:sldMk cId="2987003761" sldId="298"/>
            <ac:spMk id="23" creationId="{F6ACE212-A584-F090-6C8F-3A0F61A30682}"/>
          </ac:spMkLst>
        </pc:spChg>
        <pc:spChg chg="del">
          <ac:chgData name="Devon Svoboda" userId="e411a559af336678" providerId="LiveId" clId="{73BEB1F0-4165-4E94-BBB1-92E96354BF43}" dt="2026-02-05T19:36:35.166" v="5571" actId="478"/>
          <ac:spMkLst>
            <pc:docMk/>
            <pc:sldMk cId="2987003761" sldId="298"/>
            <ac:spMk id="24" creationId="{11623CE3-B5FD-9ED3-4AEC-0B3FF1EA0568}"/>
          </ac:spMkLst>
        </pc:spChg>
        <pc:spChg chg="add mod">
          <ac:chgData name="Devon Svoboda" userId="e411a559af336678" providerId="LiveId" clId="{73BEB1F0-4165-4E94-BBB1-92E96354BF43}" dt="2026-02-05T19:47:43.313" v="5717" actId="207"/>
          <ac:spMkLst>
            <pc:docMk/>
            <pc:sldMk cId="2987003761" sldId="298"/>
            <ac:spMk id="38" creationId="{89883A68-5E5B-E905-59B3-6E4FBE88062F}"/>
          </ac:spMkLst>
        </pc:spChg>
        <pc:spChg chg="add mod">
          <ac:chgData name="Devon Svoboda" userId="e411a559af336678" providerId="LiveId" clId="{73BEB1F0-4165-4E94-BBB1-92E96354BF43}" dt="2026-02-05T19:47:49.029" v="5719" actId="1076"/>
          <ac:spMkLst>
            <pc:docMk/>
            <pc:sldMk cId="2987003761" sldId="298"/>
            <ac:spMk id="39" creationId="{010290F0-C0E2-F7B6-C4E1-C8B345342EFB}"/>
          </ac:spMkLst>
        </pc:spChg>
        <pc:spChg chg="add mod">
          <ac:chgData name="Devon Svoboda" userId="e411a559af336678" providerId="LiveId" clId="{73BEB1F0-4165-4E94-BBB1-92E96354BF43}" dt="2026-02-05T19:48:30.527" v="5728" actId="207"/>
          <ac:spMkLst>
            <pc:docMk/>
            <pc:sldMk cId="2987003761" sldId="298"/>
            <ac:spMk id="40" creationId="{9D7A5A2E-1DFA-F348-72FD-C29BC7D373EF}"/>
          </ac:spMkLst>
        </pc:spChg>
        <pc:spChg chg="add mod">
          <ac:chgData name="Devon Svoboda" userId="e411a559af336678" providerId="LiveId" clId="{73BEB1F0-4165-4E94-BBB1-92E96354BF43}" dt="2026-02-05T19:48:30.527" v="5728" actId="207"/>
          <ac:spMkLst>
            <pc:docMk/>
            <pc:sldMk cId="2987003761" sldId="298"/>
            <ac:spMk id="41" creationId="{A1AA8900-C1A7-1414-DF39-8FA9C9481C1B}"/>
          </ac:spMkLst>
        </pc:spChg>
        <pc:spChg chg="add mod">
          <ac:chgData name="Devon Svoboda" userId="e411a559af336678" providerId="LiveId" clId="{73BEB1F0-4165-4E94-BBB1-92E96354BF43}" dt="2026-02-05T19:48:22.310" v="5727" actId="207"/>
          <ac:spMkLst>
            <pc:docMk/>
            <pc:sldMk cId="2987003761" sldId="298"/>
            <ac:spMk id="42" creationId="{A20079AE-FFB4-63C2-10B0-2070C1454B97}"/>
          </ac:spMkLst>
        </pc:spChg>
        <pc:spChg chg="add mod">
          <ac:chgData name="Devon Svoboda" userId="e411a559af336678" providerId="LiveId" clId="{73BEB1F0-4165-4E94-BBB1-92E96354BF43}" dt="2026-02-05T19:48:22.310" v="5727" actId="207"/>
          <ac:spMkLst>
            <pc:docMk/>
            <pc:sldMk cId="2987003761" sldId="298"/>
            <ac:spMk id="43" creationId="{1539F887-5401-D376-C7A2-686F9FD20EEC}"/>
          </ac:spMkLst>
        </pc:spChg>
        <pc:spChg chg="add mod">
          <ac:chgData name="Devon Svoboda" userId="e411a559af336678" providerId="LiveId" clId="{73BEB1F0-4165-4E94-BBB1-92E96354BF43}" dt="2026-02-05T19:51:17.626" v="5808" actId="14100"/>
          <ac:spMkLst>
            <pc:docMk/>
            <pc:sldMk cId="2987003761" sldId="298"/>
            <ac:spMk id="44" creationId="{C9A73C91-95FC-D3B7-03A4-94CED2111C90}"/>
          </ac:spMkLst>
        </pc:spChg>
        <pc:spChg chg="add mod">
          <ac:chgData name="Devon Svoboda" userId="e411a559af336678" providerId="LiveId" clId="{73BEB1F0-4165-4E94-BBB1-92E96354BF43}" dt="2026-02-05T19:51:01.619" v="5802" actId="14100"/>
          <ac:spMkLst>
            <pc:docMk/>
            <pc:sldMk cId="2987003761" sldId="298"/>
            <ac:spMk id="45" creationId="{2A8271B0-5C07-839D-5D03-C28A66C37BB7}"/>
          </ac:spMkLst>
        </pc:spChg>
        <pc:spChg chg="add del mod">
          <ac:chgData name="Devon Svoboda" userId="e411a559af336678" providerId="LiveId" clId="{73BEB1F0-4165-4E94-BBB1-92E96354BF43}" dt="2026-02-05T19:51:23.780" v="5810" actId="478"/>
          <ac:spMkLst>
            <pc:docMk/>
            <pc:sldMk cId="2987003761" sldId="298"/>
            <ac:spMk id="46" creationId="{10534F8B-5256-5CCC-ADAB-7B2847D59A34}"/>
          </ac:spMkLst>
        </pc:spChg>
        <pc:spChg chg="add mod">
          <ac:chgData name="Devon Svoboda" userId="e411a559af336678" providerId="LiveId" clId="{73BEB1F0-4165-4E94-BBB1-92E96354BF43}" dt="2026-02-05T19:50:41.306" v="5800" actId="1582"/>
          <ac:spMkLst>
            <pc:docMk/>
            <pc:sldMk cId="2987003761" sldId="298"/>
            <ac:spMk id="47" creationId="{4381976A-7BED-90D4-1491-7662C901F357}"/>
          </ac:spMkLst>
        </pc:spChg>
        <pc:spChg chg="add mod">
          <ac:chgData name="Devon Svoboda" userId="e411a559af336678" providerId="LiveId" clId="{73BEB1F0-4165-4E94-BBB1-92E96354BF43}" dt="2026-02-05T19:51:41.285" v="5815" actId="207"/>
          <ac:spMkLst>
            <pc:docMk/>
            <pc:sldMk cId="2987003761" sldId="298"/>
            <ac:spMk id="48" creationId="{E0F8EFFB-A468-5C6A-361C-9B5E13EECB22}"/>
          </ac:spMkLst>
        </pc:spChg>
        <pc:grpChg chg="del">
          <ac:chgData name="Devon Svoboda" userId="e411a559af336678" providerId="LiveId" clId="{73BEB1F0-4165-4E94-BBB1-92E96354BF43}" dt="2026-02-05T19:36:35.166" v="5571" actId="478"/>
          <ac:grpSpMkLst>
            <pc:docMk/>
            <pc:sldMk cId="2987003761" sldId="298"/>
            <ac:grpSpMk id="22" creationId="{9AB8A193-AB26-EE12-1946-019859F57E6A}"/>
          </ac:grpSpMkLst>
        </pc:grpChg>
        <pc:picChg chg="add mod">
          <ac:chgData name="Devon Svoboda" userId="e411a559af336678" providerId="LiveId" clId="{73BEB1F0-4165-4E94-BBB1-92E96354BF43}" dt="2026-02-05T19:46:13.783" v="5640" actId="1076"/>
          <ac:picMkLst>
            <pc:docMk/>
            <pc:sldMk cId="2987003761" sldId="298"/>
            <ac:picMk id="25" creationId="{004F82E3-EA2C-CD1F-6828-A7B627C116F7}"/>
          </ac:picMkLst>
        </pc:picChg>
        <pc:picChg chg="add mod">
          <ac:chgData name="Devon Svoboda" userId="e411a559af336678" providerId="LiveId" clId="{73BEB1F0-4165-4E94-BBB1-92E96354BF43}" dt="2026-02-05T19:46:35.873" v="5653" actId="1076"/>
          <ac:picMkLst>
            <pc:docMk/>
            <pc:sldMk cId="2987003761" sldId="298"/>
            <ac:picMk id="27" creationId="{FF1DE6FA-4780-C94D-D501-E0907DFB977E}"/>
          </ac:picMkLst>
        </pc:picChg>
        <pc:picChg chg="add mod">
          <ac:chgData name="Devon Svoboda" userId="e411a559af336678" providerId="LiveId" clId="{73BEB1F0-4165-4E94-BBB1-92E96354BF43}" dt="2026-02-05T19:47:51.446" v="5720" actId="1076"/>
          <ac:picMkLst>
            <pc:docMk/>
            <pc:sldMk cId="2987003761" sldId="298"/>
            <ac:picMk id="28" creationId="{9E0855D5-7E4A-83CA-EFA4-CE9F9FA49532}"/>
          </ac:picMkLst>
        </pc:picChg>
        <pc:picChg chg="add mod">
          <ac:chgData name="Devon Svoboda" userId="e411a559af336678" providerId="LiveId" clId="{73BEB1F0-4165-4E94-BBB1-92E96354BF43}" dt="2026-02-05T19:46:18.167" v="5643" actId="1076"/>
          <ac:picMkLst>
            <pc:docMk/>
            <pc:sldMk cId="2987003761" sldId="298"/>
            <ac:picMk id="29" creationId="{51D0D0FC-5CDB-C668-2516-82B9E18EBFD4}"/>
          </ac:picMkLst>
        </pc:picChg>
        <pc:picChg chg="add mod">
          <ac:chgData name="Devon Svoboda" userId="e411a559af336678" providerId="LiveId" clId="{73BEB1F0-4165-4E94-BBB1-92E96354BF43}" dt="2026-02-05T19:46:16.772" v="5642" actId="1076"/>
          <ac:picMkLst>
            <pc:docMk/>
            <pc:sldMk cId="2987003761" sldId="298"/>
            <ac:picMk id="30" creationId="{FC863B3F-B186-3446-D28F-7F51F2FA7DD8}"/>
          </ac:picMkLst>
        </pc:picChg>
        <pc:picChg chg="add mod">
          <ac:chgData name="Devon Svoboda" userId="e411a559af336678" providerId="LiveId" clId="{73BEB1F0-4165-4E94-BBB1-92E96354BF43}" dt="2026-02-05T19:47:53.220" v="5721" actId="1076"/>
          <ac:picMkLst>
            <pc:docMk/>
            <pc:sldMk cId="2987003761" sldId="298"/>
            <ac:picMk id="31" creationId="{F64286EF-C4E4-D00F-3D14-5D4C30C8717A}"/>
          </ac:picMkLst>
        </pc:picChg>
        <pc:picChg chg="add del mod">
          <ac:chgData name="Devon Svoboda" userId="e411a559af336678" providerId="LiveId" clId="{73BEB1F0-4165-4E94-BBB1-92E96354BF43}" dt="2026-02-05T19:44:02.810" v="5612" actId="478"/>
          <ac:picMkLst>
            <pc:docMk/>
            <pc:sldMk cId="2987003761" sldId="298"/>
            <ac:picMk id="32" creationId="{BD96C98C-50A7-C39D-0BDB-EC9ED9F3F4AC}"/>
          </ac:picMkLst>
        </pc:picChg>
        <pc:picChg chg="add del mod">
          <ac:chgData name="Devon Svoboda" userId="e411a559af336678" providerId="LiveId" clId="{73BEB1F0-4165-4E94-BBB1-92E96354BF43}" dt="2026-02-05T19:44:03.384" v="5613" actId="478"/>
          <ac:picMkLst>
            <pc:docMk/>
            <pc:sldMk cId="2987003761" sldId="298"/>
            <ac:picMk id="33" creationId="{2E0ED22B-FC58-083F-5345-5F0466A41278}"/>
          </ac:picMkLst>
        </pc:picChg>
        <pc:picChg chg="add mod">
          <ac:chgData name="Devon Svoboda" userId="e411a559af336678" providerId="LiveId" clId="{73BEB1F0-4165-4E94-BBB1-92E96354BF43}" dt="2026-02-05T19:46:37.153" v="5654" actId="1076"/>
          <ac:picMkLst>
            <pc:docMk/>
            <pc:sldMk cId="2987003761" sldId="298"/>
            <ac:picMk id="35" creationId="{F2E244AA-7182-3230-2DA9-70B9F607DDE7}"/>
          </ac:picMkLst>
        </pc:picChg>
        <pc:picChg chg="add mod">
          <ac:chgData name="Devon Svoboda" userId="e411a559af336678" providerId="LiveId" clId="{73BEB1F0-4165-4E94-BBB1-92E96354BF43}" dt="2026-02-05T19:46:39.307" v="5655" actId="1076"/>
          <ac:picMkLst>
            <pc:docMk/>
            <pc:sldMk cId="2987003761" sldId="298"/>
            <ac:picMk id="37" creationId="{4BA7CD96-80AC-C320-4072-8A97AC3E013A}"/>
          </ac:picMkLst>
        </pc:picChg>
        <pc:picChg chg="add mod">
          <ac:chgData name="Devon Svoboda" userId="e411a559af336678" providerId="LiveId" clId="{73BEB1F0-4165-4E94-BBB1-92E96354BF43}" dt="2026-02-05T19:47:33.243" v="5715" actId="1076"/>
          <ac:picMkLst>
            <pc:docMk/>
            <pc:sldMk cId="2987003761" sldId="298"/>
            <ac:picMk id="2050" creationId="{EFA2B4EB-2610-1103-E357-A0BF37EEAD0B}"/>
          </ac:picMkLst>
        </pc:picChg>
      </pc:sldChg>
      <pc:sldChg chg="addSp delSp modSp add mod ord modAnim delDesignElem chgLayout">
        <pc:chgData name="Devon Svoboda" userId="e411a559af336678" providerId="LiveId" clId="{73BEB1F0-4165-4E94-BBB1-92E96354BF43}" dt="2026-02-06T18:56:30.252" v="6312" actId="20577"/>
        <pc:sldMkLst>
          <pc:docMk/>
          <pc:sldMk cId="4112514935" sldId="299"/>
        </pc:sldMkLst>
        <pc:spChg chg="mod ord">
          <ac:chgData name="Devon Svoboda" userId="e411a559af336678" providerId="LiveId" clId="{73BEB1F0-4165-4E94-BBB1-92E96354BF43}" dt="2026-02-05T19:56:36.306" v="5836" actId="700"/>
          <ac:spMkLst>
            <pc:docMk/>
            <pc:sldMk cId="4112514935" sldId="299"/>
            <ac:spMk id="2" creationId="{5004E913-3BB4-5338-08E2-8A4EB9C1D4D6}"/>
          </ac:spMkLst>
        </pc:spChg>
        <pc:spChg chg="add del mod ord">
          <ac:chgData name="Devon Svoboda" userId="e411a559af336678" providerId="LiveId" clId="{73BEB1F0-4165-4E94-BBB1-92E96354BF43}" dt="2026-02-05T19:56:36.306" v="5836" actId="700"/>
          <ac:spMkLst>
            <pc:docMk/>
            <pc:sldMk cId="4112514935" sldId="299"/>
            <ac:spMk id="3" creationId="{A1799A04-00E2-9D91-3CB9-B08E69967B20}"/>
          </ac:spMkLst>
        </pc:spChg>
        <pc:spChg chg="add mod">
          <ac:chgData name="Devon Svoboda" userId="e411a559af336678" providerId="LiveId" clId="{73BEB1F0-4165-4E94-BBB1-92E96354BF43}" dt="2026-02-06T18:56:30.252" v="6312" actId="20577"/>
          <ac:spMkLst>
            <pc:docMk/>
            <pc:sldMk cId="4112514935" sldId="299"/>
            <ac:spMk id="4" creationId="{9CB84657-8814-4EDB-83BC-EC45DF662F1B}"/>
          </ac:spMkLst>
        </pc:spChg>
        <pc:spChg chg="add del mod">
          <ac:chgData name="Devon Svoboda" userId="e411a559af336678" providerId="LiveId" clId="{73BEB1F0-4165-4E94-BBB1-92E96354BF43}" dt="2026-02-05T20:04:29.160" v="6292" actId="478"/>
          <ac:spMkLst>
            <pc:docMk/>
            <pc:sldMk cId="4112514935" sldId="299"/>
            <ac:spMk id="11" creationId="{892D440A-E052-2162-0594-F4003530383F}"/>
          </ac:spMkLst>
        </pc:spChg>
        <pc:spChg chg="add del">
          <ac:chgData name="Devon Svoboda" userId="e411a559af336678" providerId="LiveId" clId="{73BEB1F0-4165-4E94-BBB1-92E96354BF43}" dt="2026-02-05T19:56:36.306" v="5836" actId="700"/>
          <ac:spMkLst>
            <pc:docMk/>
            <pc:sldMk cId="4112514935" sldId="299"/>
            <ac:spMk id="12" creationId="{3522B3E1-7C34-5D7F-BCE9-840A6C9B6F2C}"/>
          </ac:spMkLst>
        </pc:spChg>
        <pc:spChg chg="add del">
          <ac:chgData name="Devon Svoboda" userId="e411a559af336678" providerId="LiveId" clId="{73BEB1F0-4165-4E94-BBB1-92E96354BF43}" dt="2026-02-05T19:56:36.306" v="5836" actId="700"/>
          <ac:spMkLst>
            <pc:docMk/>
            <pc:sldMk cId="4112514935" sldId="299"/>
            <ac:spMk id="14" creationId="{82FD9F64-3CD0-8239-2BDB-5A306508CB35}"/>
          </ac:spMkLst>
        </pc:spChg>
        <pc:spChg chg="add del">
          <ac:chgData name="Devon Svoboda" userId="e411a559af336678" providerId="LiveId" clId="{73BEB1F0-4165-4E94-BBB1-92E96354BF43}" dt="2026-02-05T19:56:36.306" v="5836" actId="700"/>
          <ac:spMkLst>
            <pc:docMk/>
            <pc:sldMk cId="4112514935" sldId="299"/>
            <ac:spMk id="16" creationId="{4AEF1D00-6C1D-0CAA-7FF0-584EAA61697E}"/>
          </ac:spMkLst>
        </pc:spChg>
        <pc:spChg chg="add del">
          <ac:chgData name="Devon Svoboda" userId="e411a559af336678" providerId="LiveId" clId="{73BEB1F0-4165-4E94-BBB1-92E96354BF43}" dt="2026-02-05T19:56:36.306" v="5836" actId="700"/>
          <ac:spMkLst>
            <pc:docMk/>
            <pc:sldMk cId="4112514935" sldId="299"/>
            <ac:spMk id="18" creationId="{DADF1171-EED3-3042-EF46-B9CCAAA896CB}"/>
          </ac:spMkLst>
        </pc:spChg>
        <pc:spChg chg="add del">
          <ac:chgData name="Devon Svoboda" userId="e411a559af336678" providerId="LiveId" clId="{73BEB1F0-4165-4E94-BBB1-92E96354BF43}" dt="2026-02-05T19:56:36.306" v="5836" actId="700"/>
          <ac:spMkLst>
            <pc:docMk/>
            <pc:sldMk cId="4112514935" sldId="299"/>
            <ac:spMk id="20" creationId="{F443F85C-3747-3521-868A-14FBEC0D0E90}"/>
          </ac:spMkLst>
        </pc:spChg>
        <pc:picChg chg="del">
          <ac:chgData name="Devon Svoboda" userId="e411a559af336678" providerId="LiveId" clId="{73BEB1F0-4165-4E94-BBB1-92E96354BF43}" dt="2026-02-05T19:56:14.077" v="5832" actId="478"/>
          <ac:picMkLst>
            <pc:docMk/>
            <pc:sldMk cId="4112514935" sldId="299"/>
            <ac:picMk id="5" creationId="{D1DF31A4-8CED-394D-CA27-5A2CB9D0872D}"/>
          </ac:picMkLst>
        </pc:picChg>
        <pc:picChg chg="add del mod">
          <ac:chgData name="Devon Svoboda" userId="e411a559af336678" providerId="LiveId" clId="{73BEB1F0-4165-4E94-BBB1-92E96354BF43}" dt="2026-02-05T20:01:32.762" v="6147" actId="478"/>
          <ac:picMkLst>
            <pc:docMk/>
            <pc:sldMk cId="4112514935" sldId="299"/>
            <ac:picMk id="6" creationId="{3932E544-30DC-4174-47CD-4D0AF84EC8EF}"/>
          </ac:picMkLst>
        </pc:picChg>
        <pc:picChg chg="del">
          <ac:chgData name="Devon Svoboda" userId="e411a559af336678" providerId="LiveId" clId="{73BEB1F0-4165-4E94-BBB1-92E96354BF43}" dt="2026-02-05T19:56:13.407" v="5831" actId="478"/>
          <ac:picMkLst>
            <pc:docMk/>
            <pc:sldMk cId="4112514935" sldId="299"/>
            <ac:picMk id="7" creationId="{FD2F82DD-C196-3831-4DA9-7BE03E312953}"/>
          </ac:picMkLst>
        </pc:picChg>
        <pc:picChg chg="add del mod">
          <ac:chgData name="Devon Svoboda" userId="e411a559af336678" providerId="LiveId" clId="{73BEB1F0-4165-4E94-BBB1-92E96354BF43}" dt="2026-02-05T20:01:32.140" v="6146" actId="478"/>
          <ac:picMkLst>
            <pc:docMk/>
            <pc:sldMk cId="4112514935" sldId="299"/>
            <ac:picMk id="8" creationId="{E0C8F23E-D51F-3A06-C318-1FBF83BACCA9}"/>
          </ac:picMkLst>
        </pc:picChg>
        <pc:picChg chg="mod">
          <ac:chgData name="Devon Svoboda" userId="e411a559af336678" providerId="LiveId" clId="{73BEB1F0-4165-4E94-BBB1-92E96354BF43}" dt="2026-02-05T20:00:17.225" v="6131" actId="1076"/>
          <ac:picMkLst>
            <pc:docMk/>
            <pc:sldMk cId="4112514935" sldId="299"/>
            <ac:picMk id="9" creationId="{860BF71E-40D0-F6A0-127A-E48D8DFC3DC1}"/>
          </ac:picMkLst>
        </pc:picChg>
      </pc:sldChg>
      <pc:sldChg chg="addSp delSp modSp add mod">
        <pc:chgData name="Devon Svoboda" userId="e411a559af336678" providerId="LiveId" clId="{73BEB1F0-4165-4E94-BBB1-92E96354BF43}" dt="2026-02-06T19:14:26.135" v="6840" actId="1076"/>
        <pc:sldMkLst>
          <pc:docMk/>
          <pc:sldMk cId="1427446804" sldId="300"/>
        </pc:sldMkLst>
        <pc:spChg chg="add mod">
          <ac:chgData name="Devon Svoboda" userId="e411a559af336678" providerId="LiveId" clId="{73BEB1F0-4165-4E94-BBB1-92E96354BF43}" dt="2026-02-06T19:14:26.135" v="6840" actId="1076"/>
          <ac:spMkLst>
            <pc:docMk/>
            <pc:sldMk cId="1427446804" sldId="300"/>
            <ac:spMk id="2" creationId="{02481D67-4FB4-73F0-82AF-BBA283BDCDA3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38" creationId="{70D26FD6-F117-238D-CD8E-4DF04B9E4B54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39" creationId="{58E41FFD-97E4-836A-31DF-888AD78675AE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0" creationId="{7FAD0F70-39B4-8BBC-260A-0605A48F351E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1" creationId="{4D2FB82A-EE77-A5AF-27CB-0B8BB6B25961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2" creationId="{92C55E5A-0647-4A16-1E68-DB21592BBD69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3" creationId="{C343E96E-F398-6580-81BE-D9A8DB3340AA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4" creationId="{25B79275-C577-BBA5-79B3-2EB2A4DFF96B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5" creationId="{3916F2A7-40E1-9B79-0B1C-8D75918FBBC5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7" creationId="{C8799037-9D6F-F607-E0DD-E8FAA7251FEE}"/>
          </ac:spMkLst>
        </pc:spChg>
        <pc:spChg chg="del">
          <ac:chgData name="Devon Svoboda" userId="e411a559af336678" providerId="LiveId" clId="{73BEB1F0-4165-4E94-BBB1-92E96354BF43}" dt="2026-02-06T19:03:47.343" v="6318" actId="478"/>
          <ac:spMkLst>
            <pc:docMk/>
            <pc:sldMk cId="1427446804" sldId="300"/>
            <ac:spMk id="48" creationId="{B51D0D96-5E24-8DCF-3B5E-79D23A9BD23F}"/>
          </ac:spMkLst>
        </pc:spChg>
      </pc:sldChg>
      <pc:sldMasterChg chg="modSldLayout">
        <pc:chgData name="Devon Svoboda" userId="e411a559af336678" providerId="LiveId" clId="{73BEB1F0-4165-4E94-BBB1-92E96354BF43}" dt="2026-02-05T02:38:43.376" v="2347"/>
        <pc:sldMasterMkLst>
          <pc:docMk/>
          <pc:sldMasterMk cId="1705856660" sldId="2147483648"/>
        </pc:sldMasterMkLst>
        <pc:sldLayoutChg chg="setBg">
          <pc:chgData name="Devon Svoboda" userId="e411a559af336678" providerId="LiveId" clId="{73BEB1F0-4165-4E94-BBB1-92E96354BF43}" dt="2026-02-05T02:38:43.376" v="2347"/>
          <pc:sldLayoutMkLst>
            <pc:docMk/>
            <pc:sldMasterMk cId="1705856660" sldId="2147483648"/>
            <pc:sldLayoutMk cId="3907871970" sldId="214748365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6697B0-9177-4156-A3A0-8B373ACAF3B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4AFB08-945F-489A-A1EE-0B9A096319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Hospitals</a:t>
          </a:r>
        </a:p>
      </dgm:t>
    </dgm:pt>
    <dgm:pt modelId="{4220F3C1-7F0D-45D1-8E5E-3FCE55193B02}" type="parTrans" cxnId="{A8B365B0-2670-4D23-AD74-92AF0784A617}">
      <dgm:prSet/>
      <dgm:spPr/>
      <dgm:t>
        <a:bodyPr/>
        <a:lstStyle/>
        <a:p>
          <a:endParaRPr lang="en-US"/>
        </a:p>
      </dgm:t>
    </dgm:pt>
    <dgm:pt modelId="{54251A25-D7C3-408B-BAB2-A2350309ACF5}" type="sibTrans" cxnId="{A8B365B0-2670-4D23-AD74-92AF0784A617}">
      <dgm:prSet/>
      <dgm:spPr/>
      <dgm:t>
        <a:bodyPr/>
        <a:lstStyle/>
        <a:p>
          <a:endParaRPr lang="en-US"/>
        </a:p>
      </dgm:t>
    </dgm:pt>
    <dgm:pt modelId="{9C42A398-FC28-4120-9AFD-737871E2B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Health Care Professionals</a:t>
          </a:r>
        </a:p>
      </dgm:t>
    </dgm:pt>
    <dgm:pt modelId="{AEF6BFD2-1A47-43D5-88A3-BD2F0DED784C}" type="parTrans" cxnId="{D5E168B9-70A7-4B33-953C-CCB5790B0FBB}">
      <dgm:prSet/>
      <dgm:spPr/>
      <dgm:t>
        <a:bodyPr/>
        <a:lstStyle/>
        <a:p>
          <a:endParaRPr lang="en-US"/>
        </a:p>
      </dgm:t>
    </dgm:pt>
    <dgm:pt modelId="{586DEDBA-8A35-4CB1-B2CC-E2E2919A2053}" type="sibTrans" cxnId="{D5E168B9-70A7-4B33-953C-CCB5790B0FBB}">
      <dgm:prSet/>
      <dgm:spPr/>
      <dgm:t>
        <a:bodyPr/>
        <a:lstStyle/>
        <a:p>
          <a:endParaRPr lang="en-US"/>
        </a:p>
      </dgm:t>
    </dgm:pt>
    <dgm:pt modelId="{C3B7FE54-1DFB-4355-BA63-31EFDF2E0C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Insurance Companies</a:t>
          </a:r>
        </a:p>
      </dgm:t>
    </dgm:pt>
    <dgm:pt modelId="{24926E9C-AA8D-422D-B7C9-2261879356F9}" type="parTrans" cxnId="{B055CE43-5273-4C5F-A706-853353669D65}">
      <dgm:prSet/>
      <dgm:spPr/>
      <dgm:t>
        <a:bodyPr/>
        <a:lstStyle/>
        <a:p>
          <a:endParaRPr lang="en-US"/>
        </a:p>
      </dgm:t>
    </dgm:pt>
    <dgm:pt modelId="{A2E3FBF4-C817-4969-B3CE-D957B6DD96B4}" type="sibTrans" cxnId="{B055CE43-5273-4C5F-A706-853353669D65}">
      <dgm:prSet/>
      <dgm:spPr/>
      <dgm:t>
        <a:bodyPr/>
        <a:lstStyle/>
        <a:p>
          <a:endParaRPr lang="en-US"/>
        </a:p>
      </dgm:t>
    </dgm:pt>
    <dgm:pt modelId="{BEB6E10F-3045-4FF1-BAE4-6144172E7CF5}" type="pres">
      <dgm:prSet presAssocID="{EF6697B0-9177-4156-A3A0-8B373ACAF3BB}" presName="root" presStyleCnt="0">
        <dgm:presLayoutVars>
          <dgm:dir/>
          <dgm:resizeHandles val="exact"/>
        </dgm:presLayoutVars>
      </dgm:prSet>
      <dgm:spPr/>
    </dgm:pt>
    <dgm:pt modelId="{6DC3EF9B-AC08-4FAA-BA51-FAA45127467D}" type="pres">
      <dgm:prSet presAssocID="{7F4AFB08-945F-489A-A1EE-0B9A0963193B}" presName="compNode" presStyleCnt="0"/>
      <dgm:spPr/>
    </dgm:pt>
    <dgm:pt modelId="{ABD238F8-0D48-4CAE-BB36-015B27F6B5FC}" type="pres">
      <dgm:prSet presAssocID="{7F4AFB08-945F-489A-A1EE-0B9A096319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E4E61A70-CB89-4FAF-888C-F2429D0409CF}" type="pres">
      <dgm:prSet presAssocID="{7F4AFB08-945F-489A-A1EE-0B9A0963193B}" presName="spaceRect" presStyleCnt="0"/>
      <dgm:spPr/>
    </dgm:pt>
    <dgm:pt modelId="{8EA61586-247E-466E-8D90-8EF8D2961F15}" type="pres">
      <dgm:prSet presAssocID="{7F4AFB08-945F-489A-A1EE-0B9A0963193B}" presName="textRect" presStyleLbl="revTx" presStyleIdx="0" presStyleCnt="3">
        <dgm:presLayoutVars>
          <dgm:chMax val="1"/>
          <dgm:chPref val="1"/>
        </dgm:presLayoutVars>
      </dgm:prSet>
      <dgm:spPr/>
    </dgm:pt>
    <dgm:pt modelId="{B16E0491-6587-418B-A607-82D4124D5493}" type="pres">
      <dgm:prSet presAssocID="{54251A25-D7C3-408B-BAB2-A2350309ACF5}" presName="sibTrans" presStyleCnt="0"/>
      <dgm:spPr/>
    </dgm:pt>
    <dgm:pt modelId="{65F76CF2-EC8A-4BBE-A09A-17CB93DF2988}" type="pres">
      <dgm:prSet presAssocID="{9C42A398-FC28-4120-9AFD-737871E2B8B3}" presName="compNode" presStyleCnt="0"/>
      <dgm:spPr/>
    </dgm:pt>
    <dgm:pt modelId="{F653BDD5-A372-4A36-BD58-0F9F5C1B94F8}" type="pres">
      <dgm:prSet presAssocID="{9C42A398-FC28-4120-9AFD-737871E2B8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392A9062-21C6-42D0-B6EB-85BFF94D31E8}" type="pres">
      <dgm:prSet presAssocID="{9C42A398-FC28-4120-9AFD-737871E2B8B3}" presName="spaceRect" presStyleCnt="0"/>
      <dgm:spPr/>
    </dgm:pt>
    <dgm:pt modelId="{8123A0EA-63BF-46F7-8013-8D3E3CF81D55}" type="pres">
      <dgm:prSet presAssocID="{9C42A398-FC28-4120-9AFD-737871E2B8B3}" presName="textRect" presStyleLbl="revTx" presStyleIdx="1" presStyleCnt="3">
        <dgm:presLayoutVars>
          <dgm:chMax val="1"/>
          <dgm:chPref val="1"/>
        </dgm:presLayoutVars>
      </dgm:prSet>
      <dgm:spPr/>
    </dgm:pt>
    <dgm:pt modelId="{505B3C74-A9AB-4159-83B1-A985F1BDD20E}" type="pres">
      <dgm:prSet presAssocID="{586DEDBA-8A35-4CB1-B2CC-E2E2919A2053}" presName="sibTrans" presStyleCnt="0"/>
      <dgm:spPr/>
    </dgm:pt>
    <dgm:pt modelId="{7FB8D522-AE78-4774-A1C7-561FAF850EA2}" type="pres">
      <dgm:prSet presAssocID="{C3B7FE54-1DFB-4355-BA63-31EFDF2E0C54}" presName="compNode" presStyleCnt="0"/>
      <dgm:spPr/>
    </dgm:pt>
    <dgm:pt modelId="{7B505385-2490-4026-8DC2-B850324CBC0B}" type="pres">
      <dgm:prSet presAssocID="{C3B7FE54-1DFB-4355-BA63-31EFDF2E0C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84899F6F-27CA-4F60-A08A-9E332553B931}" type="pres">
      <dgm:prSet presAssocID="{C3B7FE54-1DFB-4355-BA63-31EFDF2E0C54}" presName="spaceRect" presStyleCnt="0"/>
      <dgm:spPr/>
    </dgm:pt>
    <dgm:pt modelId="{75ACE5A5-69D4-4281-95F5-A3047E3D3F8C}" type="pres">
      <dgm:prSet presAssocID="{C3B7FE54-1DFB-4355-BA63-31EFDF2E0C5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055CE43-5273-4C5F-A706-853353669D65}" srcId="{EF6697B0-9177-4156-A3A0-8B373ACAF3BB}" destId="{C3B7FE54-1DFB-4355-BA63-31EFDF2E0C54}" srcOrd="2" destOrd="0" parTransId="{24926E9C-AA8D-422D-B7C9-2261879356F9}" sibTransId="{A2E3FBF4-C817-4969-B3CE-D957B6DD96B4}"/>
    <dgm:cxn modelId="{78E53C71-5745-4E01-9942-206E34769FDE}" type="presOf" srcId="{7F4AFB08-945F-489A-A1EE-0B9A0963193B}" destId="{8EA61586-247E-466E-8D90-8EF8D2961F15}" srcOrd="0" destOrd="0" presId="urn:microsoft.com/office/officeart/2018/2/layout/IconLabelList"/>
    <dgm:cxn modelId="{7B713A79-7FA7-4D53-83BF-9B1B081250A8}" type="presOf" srcId="{EF6697B0-9177-4156-A3A0-8B373ACAF3BB}" destId="{BEB6E10F-3045-4FF1-BAE4-6144172E7CF5}" srcOrd="0" destOrd="0" presId="urn:microsoft.com/office/officeart/2018/2/layout/IconLabelList"/>
    <dgm:cxn modelId="{701BFA80-56E9-4639-9BC3-51AC8B90E929}" type="presOf" srcId="{9C42A398-FC28-4120-9AFD-737871E2B8B3}" destId="{8123A0EA-63BF-46F7-8013-8D3E3CF81D55}" srcOrd="0" destOrd="0" presId="urn:microsoft.com/office/officeart/2018/2/layout/IconLabelList"/>
    <dgm:cxn modelId="{3AB728A5-0DDC-4923-B6E2-59096F5774A9}" type="presOf" srcId="{C3B7FE54-1DFB-4355-BA63-31EFDF2E0C54}" destId="{75ACE5A5-69D4-4281-95F5-A3047E3D3F8C}" srcOrd="0" destOrd="0" presId="urn:microsoft.com/office/officeart/2018/2/layout/IconLabelList"/>
    <dgm:cxn modelId="{A8B365B0-2670-4D23-AD74-92AF0784A617}" srcId="{EF6697B0-9177-4156-A3A0-8B373ACAF3BB}" destId="{7F4AFB08-945F-489A-A1EE-0B9A0963193B}" srcOrd="0" destOrd="0" parTransId="{4220F3C1-7F0D-45D1-8E5E-3FCE55193B02}" sibTransId="{54251A25-D7C3-408B-BAB2-A2350309ACF5}"/>
    <dgm:cxn modelId="{D5E168B9-70A7-4B33-953C-CCB5790B0FBB}" srcId="{EF6697B0-9177-4156-A3A0-8B373ACAF3BB}" destId="{9C42A398-FC28-4120-9AFD-737871E2B8B3}" srcOrd="1" destOrd="0" parTransId="{AEF6BFD2-1A47-43D5-88A3-BD2F0DED784C}" sibTransId="{586DEDBA-8A35-4CB1-B2CC-E2E2919A2053}"/>
    <dgm:cxn modelId="{22F90136-D32B-4C1A-9ED9-C2570C3F6B12}" type="presParOf" srcId="{BEB6E10F-3045-4FF1-BAE4-6144172E7CF5}" destId="{6DC3EF9B-AC08-4FAA-BA51-FAA45127467D}" srcOrd="0" destOrd="0" presId="urn:microsoft.com/office/officeart/2018/2/layout/IconLabelList"/>
    <dgm:cxn modelId="{271F7B51-64B9-4C61-AFF1-11166B64E5BE}" type="presParOf" srcId="{6DC3EF9B-AC08-4FAA-BA51-FAA45127467D}" destId="{ABD238F8-0D48-4CAE-BB36-015B27F6B5FC}" srcOrd="0" destOrd="0" presId="urn:microsoft.com/office/officeart/2018/2/layout/IconLabelList"/>
    <dgm:cxn modelId="{0DF1450C-2ED9-4C67-B2D5-A329E7600F60}" type="presParOf" srcId="{6DC3EF9B-AC08-4FAA-BA51-FAA45127467D}" destId="{E4E61A70-CB89-4FAF-888C-F2429D0409CF}" srcOrd="1" destOrd="0" presId="urn:microsoft.com/office/officeart/2018/2/layout/IconLabelList"/>
    <dgm:cxn modelId="{8A7B6F3F-C7D3-4F34-B24E-3C08E8CB6E98}" type="presParOf" srcId="{6DC3EF9B-AC08-4FAA-BA51-FAA45127467D}" destId="{8EA61586-247E-466E-8D90-8EF8D2961F15}" srcOrd="2" destOrd="0" presId="urn:microsoft.com/office/officeart/2018/2/layout/IconLabelList"/>
    <dgm:cxn modelId="{AD5A8415-A5B1-48AD-BE30-8F28E59D7368}" type="presParOf" srcId="{BEB6E10F-3045-4FF1-BAE4-6144172E7CF5}" destId="{B16E0491-6587-418B-A607-82D4124D5493}" srcOrd="1" destOrd="0" presId="urn:microsoft.com/office/officeart/2018/2/layout/IconLabelList"/>
    <dgm:cxn modelId="{FEACE664-226C-4146-9459-01C7D0CD9012}" type="presParOf" srcId="{BEB6E10F-3045-4FF1-BAE4-6144172E7CF5}" destId="{65F76CF2-EC8A-4BBE-A09A-17CB93DF2988}" srcOrd="2" destOrd="0" presId="urn:microsoft.com/office/officeart/2018/2/layout/IconLabelList"/>
    <dgm:cxn modelId="{4289A3D7-A870-4277-B250-1FBB89B2EB13}" type="presParOf" srcId="{65F76CF2-EC8A-4BBE-A09A-17CB93DF2988}" destId="{F653BDD5-A372-4A36-BD58-0F9F5C1B94F8}" srcOrd="0" destOrd="0" presId="urn:microsoft.com/office/officeart/2018/2/layout/IconLabelList"/>
    <dgm:cxn modelId="{5D2B0B07-CAC3-4CD3-9C4A-38A4AD39BBC9}" type="presParOf" srcId="{65F76CF2-EC8A-4BBE-A09A-17CB93DF2988}" destId="{392A9062-21C6-42D0-B6EB-85BFF94D31E8}" srcOrd="1" destOrd="0" presId="urn:microsoft.com/office/officeart/2018/2/layout/IconLabelList"/>
    <dgm:cxn modelId="{8111D730-A48A-4E68-BB75-324597EE2D8D}" type="presParOf" srcId="{65F76CF2-EC8A-4BBE-A09A-17CB93DF2988}" destId="{8123A0EA-63BF-46F7-8013-8D3E3CF81D55}" srcOrd="2" destOrd="0" presId="urn:microsoft.com/office/officeart/2018/2/layout/IconLabelList"/>
    <dgm:cxn modelId="{0D218F5D-44BD-4848-98B5-9ADE63A4C10E}" type="presParOf" srcId="{BEB6E10F-3045-4FF1-BAE4-6144172E7CF5}" destId="{505B3C74-A9AB-4159-83B1-A985F1BDD20E}" srcOrd="3" destOrd="0" presId="urn:microsoft.com/office/officeart/2018/2/layout/IconLabelList"/>
    <dgm:cxn modelId="{9F6624AA-5A24-43B7-9103-C7E890CCB543}" type="presParOf" srcId="{BEB6E10F-3045-4FF1-BAE4-6144172E7CF5}" destId="{7FB8D522-AE78-4774-A1C7-561FAF850EA2}" srcOrd="4" destOrd="0" presId="urn:microsoft.com/office/officeart/2018/2/layout/IconLabelList"/>
    <dgm:cxn modelId="{55E6700E-8360-418A-B035-6E145A0B9785}" type="presParOf" srcId="{7FB8D522-AE78-4774-A1C7-561FAF850EA2}" destId="{7B505385-2490-4026-8DC2-B850324CBC0B}" srcOrd="0" destOrd="0" presId="urn:microsoft.com/office/officeart/2018/2/layout/IconLabelList"/>
    <dgm:cxn modelId="{3EE46AC2-32B0-4574-836D-018D7B576041}" type="presParOf" srcId="{7FB8D522-AE78-4774-A1C7-561FAF850EA2}" destId="{84899F6F-27CA-4F60-A08A-9E332553B931}" srcOrd="1" destOrd="0" presId="urn:microsoft.com/office/officeart/2018/2/layout/IconLabelList"/>
    <dgm:cxn modelId="{399B8B3F-55F9-4390-95E1-351C585DDB57}" type="presParOf" srcId="{7FB8D522-AE78-4774-A1C7-561FAF850EA2}" destId="{75ACE5A5-69D4-4281-95F5-A3047E3D3F8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6697B0-9177-4156-A3A0-8B373ACAF3B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4AFB08-945F-489A-A1EE-0B9A096319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Hospitals</a:t>
          </a:r>
        </a:p>
      </dgm:t>
    </dgm:pt>
    <dgm:pt modelId="{4220F3C1-7F0D-45D1-8E5E-3FCE55193B02}" type="parTrans" cxnId="{A8B365B0-2670-4D23-AD74-92AF0784A617}">
      <dgm:prSet/>
      <dgm:spPr/>
      <dgm:t>
        <a:bodyPr/>
        <a:lstStyle/>
        <a:p>
          <a:endParaRPr lang="en-US"/>
        </a:p>
      </dgm:t>
    </dgm:pt>
    <dgm:pt modelId="{54251A25-D7C3-408B-BAB2-A2350309ACF5}" type="sibTrans" cxnId="{A8B365B0-2670-4D23-AD74-92AF0784A617}">
      <dgm:prSet/>
      <dgm:spPr/>
      <dgm:t>
        <a:bodyPr/>
        <a:lstStyle/>
        <a:p>
          <a:endParaRPr lang="en-US"/>
        </a:p>
      </dgm:t>
    </dgm:pt>
    <dgm:pt modelId="{9C42A398-FC28-4120-9AFD-737871E2B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Health Care Professionals</a:t>
          </a:r>
        </a:p>
      </dgm:t>
    </dgm:pt>
    <dgm:pt modelId="{AEF6BFD2-1A47-43D5-88A3-BD2F0DED784C}" type="parTrans" cxnId="{D5E168B9-70A7-4B33-953C-CCB5790B0FBB}">
      <dgm:prSet/>
      <dgm:spPr/>
      <dgm:t>
        <a:bodyPr/>
        <a:lstStyle/>
        <a:p>
          <a:endParaRPr lang="en-US"/>
        </a:p>
      </dgm:t>
    </dgm:pt>
    <dgm:pt modelId="{586DEDBA-8A35-4CB1-B2CC-E2E2919A2053}" type="sibTrans" cxnId="{D5E168B9-70A7-4B33-953C-CCB5790B0FBB}">
      <dgm:prSet/>
      <dgm:spPr/>
      <dgm:t>
        <a:bodyPr/>
        <a:lstStyle/>
        <a:p>
          <a:endParaRPr lang="en-US"/>
        </a:p>
      </dgm:t>
    </dgm:pt>
    <dgm:pt modelId="{C3B7FE54-1DFB-4355-BA63-31EFDF2E0C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Insurance Companies</a:t>
          </a:r>
        </a:p>
      </dgm:t>
    </dgm:pt>
    <dgm:pt modelId="{24926E9C-AA8D-422D-B7C9-2261879356F9}" type="parTrans" cxnId="{B055CE43-5273-4C5F-A706-853353669D65}">
      <dgm:prSet/>
      <dgm:spPr/>
      <dgm:t>
        <a:bodyPr/>
        <a:lstStyle/>
        <a:p>
          <a:endParaRPr lang="en-US"/>
        </a:p>
      </dgm:t>
    </dgm:pt>
    <dgm:pt modelId="{A2E3FBF4-C817-4969-B3CE-D957B6DD96B4}" type="sibTrans" cxnId="{B055CE43-5273-4C5F-A706-853353669D65}">
      <dgm:prSet/>
      <dgm:spPr/>
      <dgm:t>
        <a:bodyPr/>
        <a:lstStyle/>
        <a:p>
          <a:endParaRPr lang="en-US"/>
        </a:p>
      </dgm:t>
    </dgm:pt>
    <dgm:pt modelId="{BEB6E10F-3045-4FF1-BAE4-6144172E7CF5}" type="pres">
      <dgm:prSet presAssocID="{EF6697B0-9177-4156-A3A0-8B373ACAF3BB}" presName="root" presStyleCnt="0">
        <dgm:presLayoutVars>
          <dgm:dir/>
          <dgm:resizeHandles val="exact"/>
        </dgm:presLayoutVars>
      </dgm:prSet>
      <dgm:spPr/>
    </dgm:pt>
    <dgm:pt modelId="{6DC3EF9B-AC08-4FAA-BA51-FAA45127467D}" type="pres">
      <dgm:prSet presAssocID="{7F4AFB08-945F-489A-A1EE-0B9A0963193B}" presName="compNode" presStyleCnt="0"/>
      <dgm:spPr/>
    </dgm:pt>
    <dgm:pt modelId="{ABD238F8-0D48-4CAE-BB36-015B27F6B5FC}" type="pres">
      <dgm:prSet presAssocID="{7F4AFB08-945F-489A-A1EE-0B9A096319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E4E61A70-CB89-4FAF-888C-F2429D0409CF}" type="pres">
      <dgm:prSet presAssocID="{7F4AFB08-945F-489A-A1EE-0B9A0963193B}" presName="spaceRect" presStyleCnt="0"/>
      <dgm:spPr/>
    </dgm:pt>
    <dgm:pt modelId="{8EA61586-247E-466E-8D90-8EF8D2961F15}" type="pres">
      <dgm:prSet presAssocID="{7F4AFB08-945F-489A-A1EE-0B9A0963193B}" presName="textRect" presStyleLbl="revTx" presStyleIdx="0" presStyleCnt="3">
        <dgm:presLayoutVars>
          <dgm:chMax val="1"/>
          <dgm:chPref val="1"/>
        </dgm:presLayoutVars>
      </dgm:prSet>
      <dgm:spPr/>
    </dgm:pt>
    <dgm:pt modelId="{B16E0491-6587-418B-A607-82D4124D5493}" type="pres">
      <dgm:prSet presAssocID="{54251A25-D7C3-408B-BAB2-A2350309ACF5}" presName="sibTrans" presStyleCnt="0"/>
      <dgm:spPr/>
    </dgm:pt>
    <dgm:pt modelId="{65F76CF2-EC8A-4BBE-A09A-17CB93DF2988}" type="pres">
      <dgm:prSet presAssocID="{9C42A398-FC28-4120-9AFD-737871E2B8B3}" presName="compNode" presStyleCnt="0"/>
      <dgm:spPr/>
    </dgm:pt>
    <dgm:pt modelId="{F653BDD5-A372-4A36-BD58-0F9F5C1B94F8}" type="pres">
      <dgm:prSet presAssocID="{9C42A398-FC28-4120-9AFD-737871E2B8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392A9062-21C6-42D0-B6EB-85BFF94D31E8}" type="pres">
      <dgm:prSet presAssocID="{9C42A398-FC28-4120-9AFD-737871E2B8B3}" presName="spaceRect" presStyleCnt="0"/>
      <dgm:spPr/>
    </dgm:pt>
    <dgm:pt modelId="{8123A0EA-63BF-46F7-8013-8D3E3CF81D55}" type="pres">
      <dgm:prSet presAssocID="{9C42A398-FC28-4120-9AFD-737871E2B8B3}" presName="textRect" presStyleLbl="revTx" presStyleIdx="1" presStyleCnt="3">
        <dgm:presLayoutVars>
          <dgm:chMax val="1"/>
          <dgm:chPref val="1"/>
        </dgm:presLayoutVars>
      </dgm:prSet>
      <dgm:spPr/>
    </dgm:pt>
    <dgm:pt modelId="{505B3C74-A9AB-4159-83B1-A985F1BDD20E}" type="pres">
      <dgm:prSet presAssocID="{586DEDBA-8A35-4CB1-B2CC-E2E2919A2053}" presName="sibTrans" presStyleCnt="0"/>
      <dgm:spPr/>
    </dgm:pt>
    <dgm:pt modelId="{7FB8D522-AE78-4774-A1C7-561FAF850EA2}" type="pres">
      <dgm:prSet presAssocID="{C3B7FE54-1DFB-4355-BA63-31EFDF2E0C54}" presName="compNode" presStyleCnt="0"/>
      <dgm:spPr/>
    </dgm:pt>
    <dgm:pt modelId="{7B505385-2490-4026-8DC2-B850324CBC0B}" type="pres">
      <dgm:prSet presAssocID="{C3B7FE54-1DFB-4355-BA63-31EFDF2E0C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84899F6F-27CA-4F60-A08A-9E332553B931}" type="pres">
      <dgm:prSet presAssocID="{C3B7FE54-1DFB-4355-BA63-31EFDF2E0C54}" presName="spaceRect" presStyleCnt="0"/>
      <dgm:spPr/>
    </dgm:pt>
    <dgm:pt modelId="{75ACE5A5-69D4-4281-95F5-A3047E3D3F8C}" type="pres">
      <dgm:prSet presAssocID="{C3B7FE54-1DFB-4355-BA63-31EFDF2E0C5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055CE43-5273-4C5F-A706-853353669D65}" srcId="{EF6697B0-9177-4156-A3A0-8B373ACAF3BB}" destId="{C3B7FE54-1DFB-4355-BA63-31EFDF2E0C54}" srcOrd="2" destOrd="0" parTransId="{24926E9C-AA8D-422D-B7C9-2261879356F9}" sibTransId="{A2E3FBF4-C817-4969-B3CE-D957B6DD96B4}"/>
    <dgm:cxn modelId="{78E53C71-5745-4E01-9942-206E34769FDE}" type="presOf" srcId="{7F4AFB08-945F-489A-A1EE-0B9A0963193B}" destId="{8EA61586-247E-466E-8D90-8EF8D2961F15}" srcOrd="0" destOrd="0" presId="urn:microsoft.com/office/officeart/2018/2/layout/IconLabelList"/>
    <dgm:cxn modelId="{7B713A79-7FA7-4D53-83BF-9B1B081250A8}" type="presOf" srcId="{EF6697B0-9177-4156-A3A0-8B373ACAF3BB}" destId="{BEB6E10F-3045-4FF1-BAE4-6144172E7CF5}" srcOrd="0" destOrd="0" presId="urn:microsoft.com/office/officeart/2018/2/layout/IconLabelList"/>
    <dgm:cxn modelId="{701BFA80-56E9-4639-9BC3-51AC8B90E929}" type="presOf" srcId="{9C42A398-FC28-4120-9AFD-737871E2B8B3}" destId="{8123A0EA-63BF-46F7-8013-8D3E3CF81D55}" srcOrd="0" destOrd="0" presId="urn:microsoft.com/office/officeart/2018/2/layout/IconLabelList"/>
    <dgm:cxn modelId="{3AB728A5-0DDC-4923-B6E2-59096F5774A9}" type="presOf" srcId="{C3B7FE54-1DFB-4355-BA63-31EFDF2E0C54}" destId="{75ACE5A5-69D4-4281-95F5-A3047E3D3F8C}" srcOrd="0" destOrd="0" presId="urn:microsoft.com/office/officeart/2018/2/layout/IconLabelList"/>
    <dgm:cxn modelId="{A8B365B0-2670-4D23-AD74-92AF0784A617}" srcId="{EF6697B0-9177-4156-A3A0-8B373ACAF3BB}" destId="{7F4AFB08-945F-489A-A1EE-0B9A0963193B}" srcOrd="0" destOrd="0" parTransId="{4220F3C1-7F0D-45D1-8E5E-3FCE55193B02}" sibTransId="{54251A25-D7C3-408B-BAB2-A2350309ACF5}"/>
    <dgm:cxn modelId="{D5E168B9-70A7-4B33-953C-CCB5790B0FBB}" srcId="{EF6697B0-9177-4156-A3A0-8B373ACAF3BB}" destId="{9C42A398-FC28-4120-9AFD-737871E2B8B3}" srcOrd="1" destOrd="0" parTransId="{AEF6BFD2-1A47-43D5-88A3-BD2F0DED784C}" sibTransId="{586DEDBA-8A35-4CB1-B2CC-E2E2919A2053}"/>
    <dgm:cxn modelId="{22F90136-D32B-4C1A-9ED9-C2570C3F6B12}" type="presParOf" srcId="{BEB6E10F-3045-4FF1-BAE4-6144172E7CF5}" destId="{6DC3EF9B-AC08-4FAA-BA51-FAA45127467D}" srcOrd="0" destOrd="0" presId="urn:microsoft.com/office/officeart/2018/2/layout/IconLabelList"/>
    <dgm:cxn modelId="{271F7B51-64B9-4C61-AFF1-11166B64E5BE}" type="presParOf" srcId="{6DC3EF9B-AC08-4FAA-BA51-FAA45127467D}" destId="{ABD238F8-0D48-4CAE-BB36-015B27F6B5FC}" srcOrd="0" destOrd="0" presId="urn:microsoft.com/office/officeart/2018/2/layout/IconLabelList"/>
    <dgm:cxn modelId="{0DF1450C-2ED9-4C67-B2D5-A329E7600F60}" type="presParOf" srcId="{6DC3EF9B-AC08-4FAA-BA51-FAA45127467D}" destId="{E4E61A70-CB89-4FAF-888C-F2429D0409CF}" srcOrd="1" destOrd="0" presId="urn:microsoft.com/office/officeart/2018/2/layout/IconLabelList"/>
    <dgm:cxn modelId="{8A7B6F3F-C7D3-4F34-B24E-3C08E8CB6E98}" type="presParOf" srcId="{6DC3EF9B-AC08-4FAA-BA51-FAA45127467D}" destId="{8EA61586-247E-466E-8D90-8EF8D2961F15}" srcOrd="2" destOrd="0" presId="urn:microsoft.com/office/officeart/2018/2/layout/IconLabelList"/>
    <dgm:cxn modelId="{AD5A8415-A5B1-48AD-BE30-8F28E59D7368}" type="presParOf" srcId="{BEB6E10F-3045-4FF1-BAE4-6144172E7CF5}" destId="{B16E0491-6587-418B-A607-82D4124D5493}" srcOrd="1" destOrd="0" presId="urn:microsoft.com/office/officeart/2018/2/layout/IconLabelList"/>
    <dgm:cxn modelId="{FEACE664-226C-4146-9459-01C7D0CD9012}" type="presParOf" srcId="{BEB6E10F-3045-4FF1-BAE4-6144172E7CF5}" destId="{65F76CF2-EC8A-4BBE-A09A-17CB93DF2988}" srcOrd="2" destOrd="0" presId="urn:microsoft.com/office/officeart/2018/2/layout/IconLabelList"/>
    <dgm:cxn modelId="{4289A3D7-A870-4277-B250-1FBB89B2EB13}" type="presParOf" srcId="{65F76CF2-EC8A-4BBE-A09A-17CB93DF2988}" destId="{F653BDD5-A372-4A36-BD58-0F9F5C1B94F8}" srcOrd="0" destOrd="0" presId="urn:microsoft.com/office/officeart/2018/2/layout/IconLabelList"/>
    <dgm:cxn modelId="{5D2B0B07-CAC3-4CD3-9C4A-38A4AD39BBC9}" type="presParOf" srcId="{65F76CF2-EC8A-4BBE-A09A-17CB93DF2988}" destId="{392A9062-21C6-42D0-B6EB-85BFF94D31E8}" srcOrd="1" destOrd="0" presId="urn:microsoft.com/office/officeart/2018/2/layout/IconLabelList"/>
    <dgm:cxn modelId="{8111D730-A48A-4E68-BB75-324597EE2D8D}" type="presParOf" srcId="{65F76CF2-EC8A-4BBE-A09A-17CB93DF2988}" destId="{8123A0EA-63BF-46F7-8013-8D3E3CF81D55}" srcOrd="2" destOrd="0" presId="urn:microsoft.com/office/officeart/2018/2/layout/IconLabelList"/>
    <dgm:cxn modelId="{0D218F5D-44BD-4848-98B5-9ADE63A4C10E}" type="presParOf" srcId="{BEB6E10F-3045-4FF1-BAE4-6144172E7CF5}" destId="{505B3C74-A9AB-4159-83B1-A985F1BDD20E}" srcOrd="3" destOrd="0" presId="urn:microsoft.com/office/officeart/2018/2/layout/IconLabelList"/>
    <dgm:cxn modelId="{9F6624AA-5A24-43B7-9103-C7E890CCB543}" type="presParOf" srcId="{BEB6E10F-3045-4FF1-BAE4-6144172E7CF5}" destId="{7FB8D522-AE78-4774-A1C7-561FAF850EA2}" srcOrd="4" destOrd="0" presId="urn:microsoft.com/office/officeart/2018/2/layout/IconLabelList"/>
    <dgm:cxn modelId="{55E6700E-8360-418A-B035-6E145A0B9785}" type="presParOf" srcId="{7FB8D522-AE78-4774-A1C7-561FAF850EA2}" destId="{7B505385-2490-4026-8DC2-B850324CBC0B}" srcOrd="0" destOrd="0" presId="urn:microsoft.com/office/officeart/2018/2/layout/IconLabelList"/>
    <dgm:cxn modelId="{3EE46AC2-32B0-4574-836D-018D7B576041}" type="presParOf" srcId="{7FB8D522-AE78-4774-A1C7-561FAF850EA2}" destId="{84899F6F-27CA-4F60-A08A-9E332553B931}" srcOrd="1" destOrd="0" presId="urn:microsoft.com/office/officeart/2018/2/layout/IconLabelList"/>
    <dgm:cxn modelId="{399B8B3F-55F9-4390-95E1-351C585DDB57}" type="presParOf" srcId="{7FB8D522-AE78-4774-A1C7-561FAF850EA2}" destId="{75ACE5A5-69D4-4281-95F5-A3047E3D3F8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238F8-0D48-4CAE-BB36-015B27F6B5FC}">
      <dsp:nvSpPr>
        <dsp:cNvPr id="0" name=""/>
        <dsp:cNvSpPr/>
      </dsp:nvSpPr>
      <dsp:spPr>
        <a:xfrm>
          <a:off x="947201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61586-247E-466E-8D90-8EF8D2961F15}">
      <dsp:nvSpPr>
        <dsp:cNvPr id="0" name=""/>
        <dsp:cNvSpPr/>
      </dsp:nvSpPr>
      <dsp:spPr>
        <a:xfrm>
          <a:off x="59990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Hospitals</a:t>
          </a:r>
        </a:p>
      </dsp:txBody>
      <dsp:txXfrm>
        <a:off x="59990" y="2402242"/>
        <a:ext cx="3226223" cy="720000"/>
      </dsp:txXfrm>
    </dsp:sp>
    <dsp:sp modelId="{F653BDD5-A372-4A36-BD58-0F9F5C1B94F8}">
      <dsp:nvSpPr>
        <dsp:cNvPr id="0" name=""/>
        <dsp:cNvSpPr/>
      </dsp:nvSpPr>
      <dsp:spPr>
        <a:xfrm>
          <a:off x="4738014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3A0EA-63BF-46F7-8013-8D3E3CF81D55}">
      <dsp:nvSpPr>
        <dsp:cNvPr id="0" name=""/>
        <dsp:cNvSpPr/>
      </dsp:nvSpPr>
      <dsp:spPr>
        <a:xfrm>
          <a:off x="3850802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Health Care Professionals</a:t>
          </a:r>
        </a:p>
      </dsp:txBody>
      <dsp:txXfrm>
        <a:off x="3850802" y="2402242"/>
        <a:ext cx="3226223" cy="720000"/>
      </dsp:txXfrm>
    </dsp:sp>
    <dsp:sp modelId="{7B505385-2490-4026-8DC2-B850324CBC0B}">
      <dsp:nvSpPr>
        <dsp:cNvPr id="0" name=""/>
        <dsp:cNvSpPr/>
      </dsp:nvSpPr>
      <dsp:spPr>
        <a:xfrm>
          <a:off x="8528826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CE5A5-69D4-4281-95F5-A3047E3D3F8C}">
      <dsp:nvSpPr>
        <dsp:cNvPr id="0" name=""/>
        <dsp:cNvSpPr/>
      </dsp:nvSpPr>
      <dsp:spPr>
        <a:xfrm>
          <a:off x="7641615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Insurance Companies</a:t>
          </a:r>
        </a:p>
      </dsp:txBody>
      <dsp:txXfrm>
        <a:off x="7641615" y="2402242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238F8-0D48-4CAE-BB36-015B27F6B5FC}">
      <dsp:nvSpPr>
        <dsp:cNvPr id="0" name=""/>
        <dsp:cNvSpPr/>
      </dsp:nvSpPr>
      <dsp:spPr>
        <a:xfrm>
          <a:off x="947201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61586-247E-466E-8D90-8EF8D2961F15}">
      <dsp:nvSpPr>
        <dsp:cNvPr id="0" name=""/>
        <dsp:cNvSpPr/>
      </dsp:nvSpPr>
      <dsp:spPr>
        <a:xfrm>
          <a:off x="59990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Hospitals</a:t>
          </a:r>
        </a:p>
      </dsp:txBody>
      <dsp:txXfrm>
        <a:off x="59990" y="2402242"/>
        <a:ext cx="3226223" cy="720000"/>
      </dsp:txXfrm>
    </dsp:sp>
    <dsp:sp modelId="{F653BDD5-A372-4A36-BD58-0F9F5C1B94F8}">
      <dsp:nvSpPr>
        <dsp:cNvPr id="0" name=""/>
        <dsp:cNvSpPr/>
      </dsp:nvSpPr>
      <dsp:spPr>
        <a:xfrm>
          <a:off x="4738014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3A0EA-63BF-46F7-8013-8D3E3CF81D55}">
      <dsp:nvSpPr>
        <dsp:cNvPr id="0" name=""/>
        <dsp:cNvSpPr/>
      </dsp:nvSpPr>
      <dsp:spPr>
        <a:xfrm>
          <a:off x="3850802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Health Care Professionals</a:t>
          </a:r>
        </a:p>
      </dsp:txBody>
      <dsp:txXfrm>
        <a:off x="3850802" y="2402242"/>
        <a:ext cx="3226223" cy="720000"/>
      </dsp:txXfrm>
    </dsp:sp>
    <dsp:sp modelId="{7B505385-2490-4026-8DC2-B850324CBC0B}">
      <dsp:nvSpPr>
        <dsp:cNvPr id="0" name=""/>
        <dsp:cNvSpPr/>
      </dsp:nvSpPr>
      <dsp:spPr>
        <a:xfrm>
          <a:off x="8528826" y="567162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CE5A5-69D4-4281-95F5-A3047E3D3F8C}">
      <dsp:nvSpPr>
        <dsp:cNvPr id="0" name=""/>
        <dsp:cNvSpPr/>
      </dsp:nvSpPr>
      <dsp:spPr>
        <a:xfrm>
          <a:off x="7641615" y="2402242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Insurance Companies</a:t>
          </a:r>
        </a:p>
      </dsp:txBody>
      <dsp:txXfrm>
        <a:off x="7641615" y="2402242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B4A4-A14E-DC81-88A1-A146E3150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19C4F-8E52-6E7B-C016-C48976753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76713-5773-1BB4-80A1-EB5E5E18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35A26-0EC3-ECB9-2A8D-4655FC97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AE555-E66C-100E-29F9-80254C80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0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FF24-946F-2A79-DB23-C55F22B8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6F6DE-4175-01F2-A45D-122288053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1C94F-6DC9-FD58-B9FC-D83D3EDC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83CC-EE1E-5D6E-6E24-F178438E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FD77-7189-1C7C-3F2A-F24CECED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1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DE43-5559-E7DA-D62C-23E761D5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871D7-2DC9-6FAD-D1C5-64A7BE1E5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59015-515B-D0B7-BADA-03550577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37DEA-D06B-FB0A-DE76-3B162EBB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2EC3A-3C30-E130-2F9F-CBCB1781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71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C4EF6-D4FF-1CF4-734D-9E609EB02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B4A1F-06EA-F6A4-80E0-BD2946D79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E90A2-F1DC-9794-6117-B1296E73E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C2583-BB14-4047-4143-7840F97E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CB309-6840-44F2-66F1-404B98BE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F26D0-DB8E-EB94-C7A1-151EFA09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1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5F9D-9AD2-EA96-CC20-DAAEEC86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56EDD-4DDF-732D-2125-C3B0F7214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2606C-01D7-DE65-E5DE-F33497DF1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620763-8EC2-08FA-65D0-2350596DD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F1A82-76A9-CDEE-1BC0-8A674D6ED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25D4C-0BB5-1F0D-C7B1-529AC8FB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0E630F-378E-D930-5A8E-DA59CDA5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E2CC3C-4624-1F00-0527-2D08E9AD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0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E712-B056-9D7F-9B16-2DF7E390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35DA6-2F8E-5B31-FEB3-24819C16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5495C-7469-B53C-282F-DF26F8F38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161EC-9679-AE22-4124-C8E31BCE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827A9-432A-AF32-A667-0394A316F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9C3C29-640A-FE7D-67A4-E6989969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3DE2C-5B37-A39A-46B9-86237FDE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6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F173-534D-5DD4-63DF-A6A5B085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7D769-D31C-A50F-92E9-3138EE2F9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E6CFC-5075-7D52-B434-5F2FCDA51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EA857-F047-E4C6-669F-D0F65CB4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E874C-499B-E43C-45B2-4B60E6A1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DEE52-2E2F-5576-17F9-6B11FEB8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0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3687-83A5-D2BC-33F7-4EA3D9A7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C45CA-5FC9-0B2A-2763-9009C02D9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975E-F600-87BC-394D-631624190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816BA-3BE3-91C3-4893-5E2C601F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7200B-21A6-8F13-8445-7058BBE4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E9DED-939D-31F2-3381-D113452B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1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59199-0BE8-9A91-D856-E9F8B364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D6E8B-BD83-DF17-B066-4AB7D19E8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8AF98-A107-CE37-4906-AEA9C8BA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9794D-97C9-720B-52EC-75409726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83FBA-307F-4671-3774-FA4F1B2E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2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9E03D4-02A7-1E37-FC70-F8F8CB498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49C73-C40E-5415-475A-BF7048BF2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29728-F60D-18A0-4F02-8FCE48F5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4781D-20CA-5FC7-C7AA-D90BC2BF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E9437-1DF0-3412-EB27-4D605C63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9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D5C2EF-E807-CB75-E89C-209CAF3A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70048-3437-C45C-04FA-7FD000BC9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13EF4-09ED-417D-0452-4E2EDE21F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94EEA-8745-44B3-BD5F-FE88037C9DF7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042E1-E9CE-98D7-A7BE-44FCFB8BA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FD9B-B0CE-D743-B325-128E71FF7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7FEC6-799D-4A57-9897-EA57DE7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5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FA6EE-1ABD-86CB-799E-4C0E999DE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Predicting Hospital Length of Stay (LoS)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3B05A-6374-613C-683C-07F261D1A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Devon Svoboda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Data Science Capstone #2</a:t>
            </a:r>
          </a:p>
          <a:p>
            <a:pPr algn="l"/>
            <a:r>
              <a:rPr lang="en-US" sz="1700">
                <a:solidFill>
                  <a:srgbClr val="FFFFFF"/>
                </a:solidFill>
              </a:rPr>
              <a:t>February 2026</a:t>
            </a:r>
          </a:p>
        </p:txBody>
      </p:sp>
    </p:spTree>
    <p:extLst>
      <p:ext uri="{BB962C8B-B14F-4D97-AF65-F5344CB8AC3E}">
        <p14:creationId xmlns:p14="http://schemas.microsoft.com/office/powerpoint/2010/main" val="2765454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9E080-04D4-A6F4-9E12-BFB300D3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2B3E1-7C34-5D7F-BCE9-840A6C9B6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FD9F64-3CD0-8239-2BDB-5A306508C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EF1D00-6C1D-0CAA-7FF0-584EAA616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DF1171-EED3-3042-EF46-B9CCAAA89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43F85C-3747-3521-868A-14FBEC0D0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4E913-3BB4-5338-08E2-8A4EB9C1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</a:t>
            </a:r>
            <a:r>
              <a:rPr lang="en-US" sz="4000" dirty="0" err="1">
                <a:solidFill>
                  <a:srgbClr val="FFFFFF"/>
                </a:solidFill>
              </a:rPr>
              <a:t>LoS</a:t>
            </a:r>
            <a:r>
              <a:rPr lang="en-US" sz="4000" dirty="0">
                <a:solidFill>
                  <a:srgbClr val="FFFFFF"/>
                </a:solidFill>
              </a:rPr>
              <a:t>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BF71E-40D0-F6A0-127A-E48D8DFC3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901" y="2199878"/>
            <a:ext cx="5412912" cy="3213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F6FED7-7C8D-B91E-E716-B8AD0456BC6F}"/>
              </a:ext>
            </a:extLst>
          </p:cNvPr>
          <p:cNvSpPr txBox="1"/>
          <p:nvPr/>
        </p:nvSpPr>
        <p:spPr>
          <a:xfrm>
            <a:off x="6830790" y="6504840"/>
            <a:ext cx="5378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https://www.epicshare.org/tips-and-tricks/q-how-can-we-decrease-hospital-length-of-stay-for-patients-needing-post-acute-placementn-_a-optimize-your-system-to-streamline-communication-with-community-partners-_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84657-8814-4EDB-83BC-EC45DF662F1B}"/>
              </a:ext>
            </a:extLst>
          </p:cNvPr>
          <p:cNvSpPr txBox="1"/>
          <p:nvPr/>
        </p:nvSpPr>
        <p:spPr>
          <a:xfrm>
            <a:off x="460599" y="2452653"/>
            <a:ext cx="5516546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Length of Hospital Admission in Days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Metric of Hospital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Length of Stay (</a:t>
            </a:r>
            <a:r>
              <a:rPr lang="en-US" dirty="0" err="1"/>
              <a:t>LoS</a:t>
            </a:r>
            <a:r>
              <a:rPr lang="en-US" dirty="0"/>
              <a:t>) determines: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Cost of Treatment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Bed Availability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Health Care Staff Required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Treatment Outcomes</a:t>
            </a:r>
          </a:p>
        </p:txBody>
      </p:sp>
    </p:spTree>
    <p:extLst>
      <p:ext uri="{BB962C8B-B14F-4D97-AF65-F5344CB8AC3E}">
        <p14:creationId xmlns:p14="http://schemas.microsoft.com/office/powerpoint/2010/main" val="411251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AEA178-1D1F-0EA3-5512-C48CBE680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315" y="457200"/>
            <a:ext cx="104273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1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E05E1-24C5-3BA1-8449-EDD61F09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Who is Interested in </a:t>
            </a:r>
            <a:r>
              <a:rPr lang="en-US" sz="4000" dirty="0" err="1">
                <a:solidFill>
                  <a:srgbClr val="FFFFFF"/>
                </a:solidFill>
              </a:rPr>
              <a:t>LoS</a:t>
            </a:r>
            <a:r>
              <a:rPr lang="en-US" sz="4000" dirty="0">
                <a:solidFill>
                  <a:srgbClr val="FFFFFF"/>
                </a:solidFill>
              </a:rPr>
              <a:t> tracking?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8961D8E-7904-AFB0-48B1-BAEE68B81D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49695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958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38E7-F6E2-66FE-F0C5-8B79B32BE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85B9-6086-5979-E203-AF719701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Who is Interested </a:t>
            </a:r>
            <a:r>
              <a:rPr lang="en-US" sz="4000">
                <a:solidFill>
                  <a:srgbClr val="FFFFFF"/>
                </a:solidFill>
              </a:rPr>
              <a:t>in LoS </a:t>
            </a:r>
            <a:r>
              <a:rPr lang="en-US" sz="4000" dirty="0">
                <a:solidFill>
                  <a:srgbClr val="FFFFFF"/>
                </a:solidFill>
              </a:rPr>
              <a:t>tracking?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01373-675B-F087-CE8A-5E027FA5BD63}"/>
              </a:ext>
            </a:extLst>
          </p:cNvPr>
          <p:cNvSpPr txBox="1"/>
          <p:nvPr/>
        </p:nvSpPr>
        <p:spPr>
          <a:xfrm>
            <a:off x="934497" y="3938051"/>
            <a:ext cx="278339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Staffing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Bed Allotments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Managing Costs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Assessing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1010D-DC72-5F68-2220-11C316EE32F5}"/>
              </a:ext>
            </a:extLst>
          </p:cNvPr>
          <p:cNvSpPr txBox="1"/>
          <p:nvPr/>
        </p:nvSpPr>
        <p:spPr>
          <a:xfrm>
            <a:off x="4662018" y="3938051"/>
            <a:ext cx="278339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Optimizing Care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Managing Patient and Family Expectations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Increasing Efficiency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080E1-B501-B9CD-BC89-7AFCD8044C9F}"/>
              </a:ext>
            </a:extLst>
          </p:cNvPr>
          <p:cNvSpPr txBox="1"/>
          <p:nvPr/>
        </p:nvSpPr>
        <p:spPr>
          <a:xfrm>
            <a:off x="8222390" y="4353549"/>
            <a:ext cx="2783393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Payout Predictions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Optimizing Risk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E707D2A-FF05-49D2-571B-98928A208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690700"/>
              </p:ext>
            </p:extLst>
          </p:nvPr>
        </p:nvGraphicFramePr>
        <p:xfrm>
          <a:off x="329674" y="248646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50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0CD81-B18A-188C-3AD6-0EA51D45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8B3232-424E-385D-A228-BB3BC82C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82469-0B75-6C84-868C-7D05A4611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6A5208-AD3C-7670-DA77-30DCE7D69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0A649A-A06F-060D-5699-3F620F912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32D9A1-D5F3-64F9-304E-6DE01B11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24688E-FB26-697C-A4D9-F5B6CD6C25D9}"/>
              </a:ext>
            </a:extLst>
          </p:cNvPr>
          <p:cNvSpPr txBox="1">
            <a:spLocks/>
          </p:cNvSpPr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What Factors Affect </a:t>
            </a:r>
            <a:r>
              <a:rPr lang="en-US" sz="4000" dirty="0" err="1">
                <a:solidFill>
                  <a:srgbClr val="FFFFFF"/>
                </a:solidFill>
              </a:rPr>
              <a:t>LoS</a:t>
            </a:r>
            <a:r>
              <a:rPr lang="en-US" sz="400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914CA-8CAD-9B1E-6BAE-240E5A4809A0}"/>
              </a:ext>
            </a:extLst>
          </p:cNvPr>
          <p:cNvSpPr txBox="1">
            <a:spLocks/>
          </p:cNvSpPr>
          <p:nvPr/>
        </p:nvSpPr>
        <p:spPr>
          <a:xfrm>
            <a:off x="839788" y="1818814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u="sng" dirty="0"/>
              <a:t>Medical History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D4918C-2FFD-479F-CCBE-1CCA12857CEE}"/>
              </a:ext>
            </a:extLst>
          </p:cNvPr>
          <p:cNvSpPr txBox="1">
            <a:spLocks/>
          </p:cNvSpPr>
          <p:nvPr/>
        </p:nvSpPr>
        <p:spPr>
          <a:xfrm>
            <a:off x="839788" y="2382610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Number of Prior Readmissions</a:t>
            </a:r>
          </a:p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Does the patient have….?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Psychological Disorders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Kidney Failure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Pneumonia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Malnutrition</a:t>
            </a:r>
          </a:p>
          <a:p>
            <a:pPr lvl="1"/>
            <a:r>
              <a:rPr lang="en-US" sz="2000" dirty="0" err="1">
                <a:solidFill>
                  <a:schemeClr val="bg2">
                    <a:lumMod val="75000"/>
                  </a:schemeClr>
                </a:solidFill>
              </a:rPr>
              <a:t>etc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B2C0E3-5879-3D61-4B3A-2C689B04E05D}"/>
              </a:ext>
            </a:extLst>
          </p:cNvPr>
          <p:cNvSpPr txBox="1">
            <a:spLocks/>
          </p:cNvSpPr>
          <p:nvPr/>
        </p:nvSpPr>
        <p:spPr>
          <a:xfrm>
            <a:off x="6172200" y="1818814"/>
            <a:ext cx="5183188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u="sng" dirty="0"/>
              <a:t>Test Results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430B9F9-D37A-217C-396F-646E822EAEB9}"/>
              </a:ext>
            </a:extLst>
          </p:cNvPr>
          <p:cNvSpPr txBox="1">
            <a:spLocks/>
          </p:cNvSpPr>
          <p:nvPr/>
        </p:nvSpPr>
        <p:spPr>
          <a:xfrm>
            <a:off x="6695089" y="2382610"/>
            <a:ext cx="4137409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Vital Signs</a:t>
            </a:r>
          </a:p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Blood Cell Counts</a:t>
            </a:r>
          </a:p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Kidney Function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Blood Creatinine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Blood Urea Nitrogen (BUN)</a:t>
            </a:r>
          </a:p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Metabolism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Blood Sodium</a:t>
            </a:r>
          </a:p>
          <a:p>
            <a:pPr lvl="1"/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Blood Glucose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D6910-3C4F-FAFA-5D8C-7895DEFB944B}"/>
              </a:ext>
            </a:extLst>
          </p:cNvPr>
          <p:cNvSpPr txBox="1"/>
          <p:nvPr/>
        </p:nvSpPr>
        <p:spPr>
          <a:xfrm>
            <a:off x="2572458" y="5645255"/>
            <a:ext cx="5959861" cy="107721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12 Points of Medical History</a:t>
            </a:r>
          </a:p>
          <a:p>
            <a:r>
              <a:rPr lang="en-US" sz="3200" dirty="0"/>
              <a:t>9 Test Results</a:t>
            </a:r>
          </a:p>
        </p:txBody>
      </p:sp>
    </p:spTree>
    <p:extLst>
      <p:ext uri="{BB962C8B-B14F-4D97-AF65-F5344CB8AC3E}">
        <p14:creationId xmlns:p14="http://schemas.microsoft.com/office/powerpoint/2010/main" val="247440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C38E0C-2059-D547-0E9C-3037C814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EDA and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51531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0E6B2-7022-B9E9-F364-4F664CF14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84513E7-B8F4-A213-FD16-94217CC0C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2C67DB3-055C-13BD-F422-762C57F0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9D0E47F-9F88-C5D8-736C-B12656CF5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8CE5BBB-7026-E548-7587-B5CF79E32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A2F3FA96-DC8F-661B-DBF6-5CB0FEE1E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5580D5-5E61-E5C8-ADC8-EE147B64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317363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Number of Prior Readmissions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A06445-6431-D6D6-542D-4AE959DE86DE}"/>
              </a:ext>
            </a:extLst>
          </p:cNvPr>
          <p:cNvGrpSpPr>
            <a:grpSpLocks noChangeAspect="1"/>
          </p:cNvGrpSpPr>
          <p:nvPr/>
        </p:nvGrpSpPr>
        <p:grpSpPr>
          <a:xfrm>
            <a:off x="4374578" y="1535366"/>
            <a:ext cx="7367429" cy="4108349"/>
            <a:chOff x="344129" y="2192594"/>
            <a:chExt cx="6823587" cy="38050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3F2C6-3402-1048-D42E-F239DA7CFCD4}"/>
                </a:ext>
              </a:extLst>
            </p:cNvPr>
            <p:cNvSpPr/>
            <p:nvPr/>
          </p:nvSpPr>
          <p:spPr>
            <a:xfrm>
              <a:off x="344129" y="2192594"/>
              <a:ext cx="6823587" cy="3805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B16A6F-C12F-28BC-28B7-BCF02635A19F}"/>
                </a:ext>
              </a:extLst>
            </p:cNvPr>
            <p:cNvSpPr txBox="1"/>
            <p:nvPr/>
          </p:nvSpPr>
          <p:spPr>
            <a:xfrm>
              <a:off x="3923071" y="2596631"/>
              <a:ext cx="311836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Number of Previous Admissions vs Length of Stay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65E3765-646A-E18F-211F-76A51A5ED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258"/>
            <a:stretch>
              <a:fillRect/>
            </a:stretch>
          </p:blipFill>
          <p:spPr>
            <a:xfrm>
              <a:off x="3551187" y="3059345"/>
              <a:ext cx="3610479" cy="2544477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03718F-C98B-268E-520C-AB0D3E48F0CA}"/>
                </a:ext>
              </a:extLst>
            </p:cNvPr>
            <p:cNvSpPr txBox="1"/>
            <p:nvPr/>
          </p:nvSpPr>
          <p:spPr>
            <a:xfrm>
              <a:off x="747047" y="2247127"/>
              <a:ext cx="255638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Number of Previous Admissions vs Length of Stay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66B63D-FB1C-7015-2604-C0E2D4604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227"/>
            <a:stretch>
              <a:fillRect/>
            </a:stretch>
          </p:blipFill>
          <p:spPr>
            <a:xfrm>
              <a:off x="393291" y="2695551"/>
              <a:ext cx="3030078" cy="3291526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983786-1BB3-7C5A-E4AB-A0ECE7B22DF8}"/>
                </a:ext>
              </a:extLst>
            </p:cNvPr>
            <p:cNvSpPr/>
            <p:nvPr/>
          </p:nvSpPr>
          <p:spPr>
            <a:xfrm>
              <a:off x="391138" y="2508737"/>
              <a:ext cx="235974" cy="245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930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967AB-172A-22EC-9497-EC91FF6F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AE447D6-90C5-0F3B-A06B-D2FB2D9D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A1C15F-8AB3-03EF-3377-2F00C693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4107E2-934C-2FFE-670D-EF03A2BE2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E1F08-40B3-152E-13EA-AE77DA201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D91A1-38C6-550D-3231-17584B86A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282A00-8A63-07B4-543D-D1CFE9545C66}"/>
              </a:ext>
            </a:extLst>
          </p:cNvPr>
          <p:cNvSpPr txBox="1">
            <a:spLocks/>
          </p:cNvSpPr>
          <p:nvPr/>
        </p:nvSpPr>
        <p:spPr>
          <a:xfrm>
            <a:off x="186531" y="348604"/>
            <a:ext cx="10304208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Data For Test Results Shows Common Pattern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7EB52-CA3F-8310-181F-4FFC8833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7"/>
          <a:stretch>
            <a:fillRect/>
          </a:stretch>
        </p:blipFill>
        <p:spPr>
          <a:xfrm>
            <a:off x="1078998" y="2108891"/>
            <a:ext cx="9411741" cy="35418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8AEE6D-ADDE-9782-3467-CC309AA0B512}"/>
              </a:ext>
            </a:extLst>
          </p:cNvPr>
          <p:cNvSpPr txBox="1"/>
          <p:nvPr/>
        </p:nvSpPr>
        <p:spPr>
          <a:xfrm>
            <a:off x="1410169" y="5890837"/>
            <a:ext cx="9133951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Extreme values are associated with shorter stays.</a:t>
            </a:r>
          </a:p>
        </p:txBody>
      </p:sp>
    </p:spTree>
    <p:extLst>
      <p:ext uri="{BB962C8B-B14F-4D97-AF65-F5344CB8AC3E}">
        <p14:creationId xmlns:p14="http://schemas.microsoft.com/office/powerpoint/2010/main" val="55559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65351-1CB6-272D-BD75-EFBC2A5C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CDA02E-CC3C-FDE5-1052-35FBB4D6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63C5A7-5F36-883A-C7CF-CF0C0D26C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DC1946-ABB8-9060-5E1F-B9942CFF0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8A1FA-B279-2385-56F7-53B7CD237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598505-9C7B-85AA-9998-3D30CFD9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956C8E-F5C0-2F90-8FF7-7FF8FDB1BF59}"/>
              </a:ext>
            </a:extLst>
          </p:cNvPr>
          <p:cNvSpPr txBox="1">
            <a:spLocks/>
          </p:cNvSpPr>
          <p:nvPr/>
        </p:nvSpPr>
        <p:spPr>
          <a:xfrm>
            <a:off x="-3" y="338932"/>
            <a:ext cx="11857057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Many Health Complications</a:t>
            </a:r>
            <a:r>
              <a:rPr kumimoji="0" lang="en-US" sz="3800" b="0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are Associated with Longer </a:t>
            </a:r>
            <a:r>
              <a:rPr kumimoji="0" lang="en-US" sz="3800" b="0" i="0" u="none" strike="noStrike" kern="1200" cap="none" spc="0" normalizeH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LoS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88958-57D0-BFA5-E4C3-099A04796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550" y="2581931"/>
            <a:ext cx="3551716" cy="26439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C9CD4E-DC96-3276-908C-2F572460E8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97" t="52339" b="26694"/>
          <a:stretch>
            <a:fillRect/>
          </a:stretch>
        </p:blipFill>
        <p:spPr>
          <a:xfrm>
            <a:off x="363511" y="2303044"/>
            <a:ext cx="2408911" cy="1512063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784731-53E8-2C4A-8604-2E4FDE4440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97" t="27316" b="51718"/>
          <a:stretch>
            <a:fillRect/>
          </a:stretch>
        </p:blipFill>
        <p:spPr>
          <a:xfrm>
            <a:off x="2893036" y="2303044"/>
            <a:ext cx="2408909" cy="1512063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89229A-E830-E244-11F4-4633F93C1D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36" t="77128" r="33268" b="1905"/>
          <a:stretch>
            <a:fillRect/>
          </a:stretch>
        </p:blipFill>
        <p:spPr>
          <a:xfrm>
            <a:off x="409961" y="4163709"/>
            <a:ext cx="2422779" cy="1512063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B3960C-C1EE-6059-D87A-599409B23A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22" t="52276" r="33618" b="26714"/>
          <a:stretch>
            <a:fillRect/>
          </a:stretch>
        </p:blipFill>
        <p:spPr>
          <a:xfrm>
            <a:off x="5422560" y="2303044"/>
            <a:ext cx="2362461" cy="1515008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F0FA77-4620-215B-177B-A7B13C6358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35" r="66404" b="51698"/>
          <a:stretch>
            <a:fillRect/>
          </a:stretch>
        </p:blipFill>
        <p:spPr>
          <a:xfrm>
            <a:off x="2893036" y="4163709"/>
            <a:ext cx="2422777" cy="1512063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D30169-1474-289C-EDDC-0CE278BB3D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01" t="77140" r="439" b="1851"/>
          <a:stretch>
            <a:fillRect/>
          </a:stretch>
        </p:blipFill>
        <p:spPr>
          <a:xfrm>
            <a:off x="5422560" y="4163709"/>
            <a:ext cx="2362461" cy="1515008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279778-4082-981A-6404-C2E8175D2B2B}"/>
              </a:ext>
            </a:extLst>
          </p:cNvPr>
          <p:cNvSpPr txBox="1"/>
          <p:nvPr/>
        </p:nvSpPr>
        <p:spPr>
          <a:xfrm>
            <a:off x="651355" y="2069198"/>
            <a:ext cx="2120899" cy="32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Psychological Disorder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97136-1175-3770-ECD6-E5E106F1B8F0}"/>
              </a:ext>
            </a:extLst>
          </p:cNvPr>
          <p:cNvSpPr txBox="1"/>
          <p:nvPr/>
        </p:nvSpPr>
        <p:spPr>
          <a:xfrm>
            <a:off x="3154694" y="2069198"/>
            <a:ext cx="2120899" cy="32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Substance Abuse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63278-7F5C-7F44-CE99-20A1644ABE3B}"/>
              </a:ext>
            </a:extLst>
          </p:cNvPr>
          <p:cNvSpPr txBox="1"/>
          <p:nvPr/>
        </p:nvSpPr>
        <p:spPr>
          <a:xfrm>
            <a:off x="5664123" y="2069198"/>
            <a:ext cx="2120899" cy="32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Depression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D4B122-1933-51D9-46D8-BABECF85D54C}"/>
              </a:ext>
            </a:extLst>
          </p:cNvPr>
          <p:cNvSpPr txBox="1"/>
          <p:nvPr/>
        </p:nvSpPr>
        <p:spPr>
          <a:xfrm>
            <a:off x="641308" y="3920956"/>
            <a:ext cx="2120899" cy="32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Malnutrition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CF9B8D-CCAF-48EB-3F8F-21E217C5B3C9}"/>
              </a:ext>
            </a:extLst>
          </p:cNvPr>
          <p:cNvSpPr txBox="1"/>
          <p:nvPr/>
        </p:nvSpPr>
        <p:spPr>
          <a:xfrm>
            <a:off x="3154694" y="3903909"/>
            <a:ext cx="2120899" cy="32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Iron Deficiency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ECC7CB-4B66-0158-7383-8D2EB33F33BE}"/>
              </a:ext>
            </a:extLst>
          </p:cNvPr>
          <p:cNvSpPr txBox="1"/>
          <p:nvPr/>
        </p:nvSpPr>
        <p:spPr>
          <a:xfrm>
            <a:off x="5664122" y="3903909"/>
            <a:ext cx="2120899" cy="32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Blood Disorder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3A79C1-B35C-BAF0-51A0-179001E0991E}"/>
              </a:ext>
            </a:extLst>
          </p:cNvPr>
          <p:cNvSpPr txBox="1"/>
          <p:nvPr/>
        </p:nvSpPr>
        <p:spPr>
          <a:xfrm>
            <a:off x="8691825" y="5314942"/>
            <a:ext cx="275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 correlation of 0.471</a:t>
            </a:r>
          </a:p>
        </p:txBody>
      </p:sp>
    </p:spTree>
    <p:extLst>
      <p:ext uri="{BB962C8B-B14F-4D97-AF65-F5344CB8AC3E}">
        <p14:creationId xmlns:p14="http://schemas.microsoft.com/office/powerpoint/2010/main" val="205240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  <p:bldP spid="21" grpId="0"/>
      <p:bldP spid="22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8891-E561-D8C7-1747-48990D17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4D20C6-627C-DAFF-2D66-45333713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Model Development</a:t>
            </a:r>
          </a:p>
        </p:txBody>
      </p:sp>
    </p:spTree>
    <p:extLst>
      <p:ext uri="{BB962C8B-B14F-4D97-AF65-F5344CB8AC3E}">
        <p14:creationId xmlns:p14="http://schemas.microsoft.com/office/powerpoint/2010/main" val="499522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7BBB0-79BC-A3AF-EF17-07BB4075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C535D20-BCBD-7517-A8EB-AFADC6111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30E2E-95B5-E43E-D4CD-D952B86C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194CD7-E579-18EA-A717-EB54D7169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C7C5B1-4719-E916-F167-8B17718B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2417A0-1509-C291-01A9-077B8381B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531091-7D75-2314-F3E2-EB5EF4E37A06}"/>
              </a:ext>
            </a:extLst>
          </p:cNvPr>
          <p:cNvSpPr txBox="1">
            <a:spLocks/>
          </p:cNvSpPr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Model Development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FEEDF4-A965-CDFA-7E9C-16434AED3451}"/>
              </a:ext>
            </a:extLst>
          </p:cNvPr>
          <p:cNvSpPr txBox="1">
            <a:spLocks/>
          </p:cNvSpPr>
          <p:nvPr/>
        </p:nvSpPr>
        <p:spPr>
          <a:xfrm>
            <a:off x="4054936" y="2347721"/>
            <a:ext cx="314227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Screen Learners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6A73F4-D569-F434-B12B-172AADC18086}"/>
              </a:ext>
            </a:extLst>
          </p:cNvPr>
          <p:cNvSpPr txBox="1">
            <a:spLocks/>
          </p:cNvSpPr>
          <p:nvPr/>
        </p:nvSpPr>
        <p:spPr>
          <a:xfrm>
            <a:off x="4054934" y="2815098"/>
            <a:ext cx="3663386" cy="2336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Multiple Linear Regression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Support Vector Regressor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</a:rPr>
              <a:t>Random Forest Regressor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latin typeface="Aptos" panose="02110004020202020204"/>
              </a:rPr>
              <a:t>Gradient Boost Regressor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</a:rPr>
              <a:t>XGBoost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</a:rPr>
              <a:t> Regressor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latin typeface="Aptos" panose="02110004020202020204"/>
              </a:rPr>
              <a:t>CatBoost Regressor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391DCA-113A-98FA-346E-4BB7F63EA65E}"/>
              </a:ext>
            </a:extLst>
          </p:cNvPr>
          <p:cNvSpPr txBox="1">
            <a:spLocks/>
          </p:cNvSpPr>
          <p:nvPr/>
        </p:nvSpPr>
        <p:spPr>
          <a:xfrm>
            <a:off x="7261993" y="2347721"/>
            <a:ext cx="398793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Optimize Top Three Models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8535449-126C-2F97-F75F-C750465DCB1C}"/>
              </a:ext>
            </a:extLst>
          </p:cNvPr>
          <p:cNvSpPr txBox="1">
            <a:spLocks/>
          </p:cNvSpPr>
          <p:nvPr/>
        </p:nvSpPr>
        <p:spPr>
          <a:xfrm>
            <a:off x="456330" y="2380427"/>
            <a:ext cx="314227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Preprocessing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D099C140-04FF-647F-5190-FA3DC47B5FB5}"/>
              </a:ext>
            </a:extLst>
          </p:cNvPr>
          <p:cNvSpPr txBox="1">
            <a:spLocks/>
          </p:cNvSpPr>
          <p:nvPr/>
        </p:nvSpPr>
        <p:spPr>
          <a:xfrm>
            <a:off x="391548" y="2815098"/>
            <a:ext cx="3663386" cy="2336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ptos" panose="02110004020202020204"/>
              </a:rPr>
              <a:t>One-Hot Encode Categorical Variables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Split data into 80% training and 20% testing  datasets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Scale</a:t>
            </a:r>
            <a:r>
              <a:rPr lang="en-US" sz="1800" dirty="0">
                <a:latin typeface="Aptos" panose="02110004020202020204"/>
              </a:rPr>
              <a:t> Train and Test sets with </a:t>
            </a:r>
            <a:r>
              <a:rPr lang="en-US" sz="1800" dirty="0" err="1">
                <a:latin typeface="Aptos" panose="02110004020202020204"/>
              </a:rPr>
              <a:t>StandardScaler</a:t>
            </a:r>
            <a:r>
              <a:rPr lang="en-US" sz="1800" dirty="0">
                <a:latin typeface="Aptos" panose="02110004020202020204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4A4EC592-7309-A7FE-B482-B5BED52486BD}"/>
              </a:ext>
            </a:extLst>
          </p:cNvPr>
          <p:cNvSpPr txBox="1">
            <a:spLocks/>
          </p:cNvSpPr>
          <p:nvPr/>
        </p:nvSpPr>
        <p:spPr>
          <a:xfrm>
            <a:off x="7197214" y="2792383"/>
            <a:ext cx="4994786" cy="2336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Select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Top Models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ptos" panose="02110004020202020204"/>
              </a:rPr>
              <a:t>Hyperparameter Tuning</a:t>
            </a:r>
          </a:p>
          <a:p>
            <a:pPr lvl="1">
              <a:spcBef>
                <a:spcPts val="1000"/>
              </a:spcBef>
            </a:pPr>
            <a:r>
              <a:rPr lang="en-US" sz="1600" dirty="0" err="1">
                <a:solidFill>
                  <a:prstClr val="black"/>
                </a:solidFill>
                <a:latin typeface="Aptos" panose="02110004020202020204"/>
              </a:rPr>
              <a:t>RandomSearchCV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 with 5-fold cross validation</a:t>
            </a:r>
          </a:p>
          <a:p>
            <a:pPr lvl="1">
              <a:spcBef>
                <a:spcPts val="1000"/>
              </a:spcBef>
            </a:pPr>
            <a:r>
              <a:rPr lang="en-US" sz="1600" noProof="0" dirty="0">
                <a:solidFill>
                  <a:prstClr val="black"/>
                </a:solidFill>
                <a:latin typeface="Aptos" panose="02110004020202020204"/>
              </a:rPr>
              <a:t>Metric = Negative 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Mean Absolute Error</a:t>
            </a:r>
            <a:endParaRPr lang="en-US" sz="1600" noProof="0" dirty="0">
              <a:solidFill>
                <a:prstClr val="black"/>
              </a:solidFill>
              <a:latin typeface="Aptos" panose="0211000402020202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Select</a:t>
            </a:r>
            <a:r>
              <a:rPr kumimoji="0" lang="en-US" sz="1800" b="0" i="0" u="none" strike="noStrike" kern="1200" cap="none" spc="0" normalizeH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Model with Lowest Error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65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allAtOnce"/>
      <p:bldP spid="10" grpId="0"/>
      <p:bldP spid="4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43ADF-2BA6-51A8-4673-9705AC24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8AEBDC-38FC-BAEB-3725-C90D97183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27C2A-FAC2-910F-AF3F-B8413631C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71415E-262D-A68E-719B-5FBA047BF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60F678-F3DF-7EA8-A326-53BAAEFF7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215FDB-54DD-6222-B9A7-F71038D79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002714-EABE-4CAF-87DC-12F205C5F12C}"/>
              </a:ext>
            </a:extLst>
          </p:cNvPr>
          <p:cNvSpPr txBox="1">
            <a:spLocks/>
          </p:cNvSpPr>
          <p:nvPr/>
        </p:nvSpPr>
        <p:spPr>
          <a:xfrm>
            <a:off x="-2" y="338932"/>
            <a:ext cx="8309987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Results Varied Widely Across Learners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90EA1C-31A1-0023-919D-D30A4ABC005D}"/>
              </a:ext>
            </a:extLst>
          </p:cNvPr>
          <p:cNvSpPr/>
          <p:nvPr/>
        </p:nvSpPr>
        <p:spPr>
          <a:xfrm>
            <a:off x="2637977" y="1695078"/>
            <a:ext cx="6378940" cy="5161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57C1E-9C23-DE57-6617-F1386C327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0"/>
          <a:stretch>
            <a:fillRect/>
          </a:stretch>
        </p:blipFill>
        <p:spPr>
          <a:xfrm>
            <a:off x="5744992" y="1695079"/>
            <a:ext cx="3275094" cy="2645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0C3E7E-C1CD-9D48-10BA-406E90D8A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119" y="4205181"/>
            <a:ext cx="3256769" cy="2641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F52861-B051-2694-3F6A-F926CF68D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7977" y="1695078"/>
            <a:ext cx="3252896" cy="2645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51C412-4644-8E2B-1A27-038CF29B7B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3" b="1"/>
          <a:stretch>
            <a:fillRect/>
          </a:stretch>
        </p:blipFill>
        <p:spPr>
          <a:xfrm>
            <a:off x="2637977" y="4196785"/>
            <a:ext cx="3252896" cy="263143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B5CA1C6-B90E-DB21-65BB-8CF6C740271D}"/>
              </a:ext>
            </a:extLst>
          </p:cNvPr>
          <p:cNvSpPr/>
          <p:nvPr/>
        </p:nvSpPr>
        <p:spPr>
          <a:xfrm>
            <a:off x="8250876" y="4402752"/>
            <a:ext cx="647268" cy="422918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DB457E-6EF8-A7B3-79B8-FE6AC3F63481}"/>
              </a:ext>
            </a:extLst>
          </p:cNvPr>
          <p:cNvSpPr/>
          <p:nvPr/>
        </p:nvSpPr>
        <p:spPr>
          <a:xfrm>
            <a:off x="4647913" y="4420854"/>
            <a:ext cx="861796" cy="4229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35ACA74-8B81-3DE3-2F15-918AB7003B6C}"/>
              </a:ext>
            </a:extLst>
          </p:cNvPr>
          <p:cNvSpPr/>
          <p:nvPr/>
        </p:nvSpPr>
        <p:spPr>
          <a:xfrm>
            <a:off x="7572434" y="1903293"/>
            <a:ext cx="861796" cy="4229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3F9279-C61F-3FEB-3870-5E9973D406D4}"/>
              </a:ext>
            </a:extLst>
          </p:cNvPr>
          <p:cNvSpPr txBox="1"/>
          <p:nvPr/>
        </p:nvSpPr>
        <p:spPr>
          <a:xfrm>
            <a:off x="135680" y="2648694"/>
            <a:ext cx="270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Multiple Regression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87239-D9CE-57B6-20ED-5CF276170441}"/>
              </a:ext>
            </a:extLst>
          </p:cNvPr>
          <p:cNvSpPr txBox="1"/>
          <p:nvPr/>
        </p:nvSpPr>
        <p:spPr>
          <a:xfrm>
            <a:off x="9016917" y="2325528"/>
            <a:ext cx="2703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Random Forest Regressor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B9FE3-6AE8-337D-C7FF-F4B9C666B319}"/>
              </a:ext>
            </a:extLst>
          </p:cNvPr>
          <p:cNvSpPr txBox="1"/>
          <p:nvPr/>
        </p:nvSpPr>
        <p:spPr>
          <a:xfrm>
            <a:off x="245981" y="5143172"/>
            <a:ext cx="2483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Gradient Boost Regressor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273187-94ED-D6E9-CF97-91BFCB8F128A}"/>
              </a:ext>
            </a:extLst>
          </p:cNvPr>
          <p:cNvSpPr txBox="1"/>
          <p:nvPr/>
        </p:nvSpPr>
        <p:spPr>
          <a:xfrm>
            <a:off x="9016917" y="5143172"/>
            <a:ext cx="270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CatBoost Regressor</a:t>
            </a:r>
          </a:p>
        </p:txBody>
      </p:sp>
    </p:spTree>
    <p:extLst>
      <p:ext uri="{BB962C8B-B14F-4D97-AF65-F5344CB8AC3E}">
        <p14:creationId xmlns:p14="http://schemas.microsoft.com/office/powerpoint/2010/main" val="316655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5" grpId="0"/>
      <p:bldP spid="17" grpId="0"/>
      <p:bldP spid="19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ED1DE-EDAC-44C1-28F4-80E2335E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F68BAB-05BB-D00A-1774-8013E2BC4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88C44E-86DA-21A9-D123-A3CA1C054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7D8C6F-BCB1-2EC3-9E40-A779EF129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61EB7E-2819-4606-C138-4E8B2AD5B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9868AB-CB2C-BED5-0F3D-AB9DF995A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6E16CB-170A-FDA2-F7AD-1871A28065BB}"/>
              </a:ext>
            </a:extLst>
          </p:cNvPr>
          <p:cNvSpPr txBox="1">
            <a:spLocks/>
          </p:cNvSpPr>
          <p:nvPr/>
        </p:nvSpPr>
        <p:spPr>
          <a:xfrm>
            <a:off x="-2" y="338932"/>
            <a:ext cx="8309987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Summary of Screening Learners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310EE6-BACC-4747-A73A-2A6E666C9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2178"/>
              </p:ext>
            </p:extLst>
          </p:nvPr>
        </p:nvGraphicFramePr>
        <p:xfrm>
          <a:off x="572729" y="1994801"/>
          <a:ext cx="10048568" cy="3657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224786">
                  <a:extLst>
                    <a:ext uri="{9D8B030D-6E8A-4147-A177-3AD203B41FA5}">
                      <a16:colId xmlns:a16="http://schemas.microsoft.com/office/drawing/2014/main" val="4234310100"/>
                    </a:ext>
                  </a:extLst>
                </a:gridCol>
                <a:gridCol w="1422297">
                  <a:extLst>
                    <a:ext uri="{9D8B030D-6E8A-4147-A177-3AD203B41FA5}">
                      <a16:colId xmlns:a16="http://schemas.microsoft.com/office/drawing/2014/main" val="3755473659"/>
                    </a:ext>
                  </a:extLst>
                </a:gridCol>
                <a:gridCol w="2082137">
                  <a:extLst>
                    <a:ext uri="{9D8B030D-6E8A-4147-A177-3AD203B41FA5}">
                      <a16:colId xmlns:a16="http://schemas.microsoft.com/office/drawing/2014/main" val="2066872787"/>
                    </a:ext>
                  </a:extLst>
                </a:gridCol>
                <a:gridCol w="3319348">
                  <a:extLst>
                    <a:ext uri="{9D8B030D-6E8A-4147-A177-3AD203B41FA5}">
                      <a16:colId xmlns:a16="http://schemas.microsoft.com/office/drawing/2014/main" val="68577888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Accurate for Long Stays?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613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Multiple 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4707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SVM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1442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Random Forest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9902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Gradient Boost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7169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728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 err="1"/>
                        <a:t>LiteGBM</a:t>
                      </a:r>
                      <a:r>
                        <a:rPr lang="en-US" sz="2000" dirty="0"/>
                        <a:t>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2439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2000" dirty="0" err="1"/>
                        <a:t>CatBoost</a:t>
                      </a:r>
                      <a:r>
                        <a:rPr lang="en-US" sz="2000" dirty="0"/>
                        <a:t>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722251"/>
                  </a:ext>
                </a:extLst>
              </a:tr>
            </a:tbl>
          </a:graphicData>
        </a:graphic>
      </p:graphicFrame>
      <p:sp>
        <p:nvSpPr>
          <p:cNvPr id="5" name="Arrow: Left 4">
            <a:extLst>
              <a:ext uri="{FF2B5EF4-FFF2-40B4-BE49-F238E27FC236}">
                <a16:creationId xmlns:a16="http://schemas.microsoft.com/office/drawing/2014/main" id="{1622075C-66D4-ABAA-7B31-DD5A28C40524}"/>
              </a:ext>
            </a:extLst>
          </p:cNvPr>
          <p:cNvSpPr/>
          <p:nvPr/>
        </p:nvSpPr>
        <p:spPr>
          <a:xfrm>
            <a:off x="10864645" y="5250426"/>
            <a:ext cx="766916" cy="294968"/>
          </a:xfrm>
          <a:prstGeom prst="lef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D30A55DE-72BC-9215-4EF8-DE7DFDE9CDDC}"/>
              </a:ext>
            </a:extLst>
          </p:cNvPr>
          <p:cNvSpPr/>
          <p:nvPr/>
        </p:nvSpPr>
        <p:spPr>
          <a:xfrm>
            <a:off x="10864645" y="4360607"/>
            <a:ext cx="766916" cy="29496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405D27A0-F65C-8E1D-284D-DF2F2A176A71}"/>
              </a:ext>
            </a:extLst>
          </p:cNvPr>
          <p:cNvSpPr/>
          <p:nvPr/>
        </p:nvSpPr>
        <p:spPr>
          <a:xfrm>
            <a:off x="10852355" y="3429000"/>
            <a:ext cx="766916" cy="29496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83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CE3D8A-9613-0475-A74B-AA9CD33B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B908E6-88BA-FE6E-345C-DCF78C430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20969D-A563-B918-9C04-897E1B628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A49FE8-C066-238C-7237-46E19D4CA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B80810-7908-47F1-E534-8C52995D9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ED529-6430-A6A4-CFF4-BBE9ACEF9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2AE210-F961-7315-8793-FF4042EF4714}"/>
              </a:ext>
            </a:extLst>
          </p:cNvPr>
          <p:cNvSpPr txBox="1">
            <a:spLocks/>
          </p:cNvSpPr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Optimizing Top Three Models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58478E-FE7B-9023-310F-880163E42C5B}"/>
              </a:ext>
            </a:extLst>
          </p:cNvPr>
          <p:cNvGrpSpPr>
            <a:grpSpLocks noChangeAspect="1"/>
          </p:cNvGrpSpPr>
          <p:nvPr/>
        </p:nvGrpSpPr>
        <p:grpSpPr>
          <a:xfrm>
            <a:off x="1647931" y="3429000"/>
            <a:ext cx="7930038" cy="3251965"/>
            <a:chOff x="1647930" y="1143466"/>
            <a:chExt cx="7930038" cy="325196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9919AF-2814-F8FB-D963-D70BEDDC35E6}"/>
                </a:ext>
              </a:extLst>
            </p:cNvPr>
            <p:cNvSpPr/>
            <p:nvPr/>
          </p:nvSpPr>
          <p:spPr>
            <a:xfrm>
              <a:off x="1647930" y="1143466"/>
              <a:ext cx="7930038" cy="32519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B1DDF4C-303F-2481-922D-7A06FAD9B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5058" y="1143466"/>
              <a:ext cx="4012910" cy="325196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6E0BB4-511A-5D6C-16D6-ABADB3EBF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053"/>
            <a:stretch>
              <a:fillRect/>
            </a:stretch>
          </p:blipFill>
          <p:spPr>
            <a:xfrm>
              <a:off x="1647930" y="1143466"/>
              <a:ext cx="4096997" cy="3251965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86A6B3F-785E-EA55-EEDE-391CDF3EDCFA}"/>
                </a:ext>
              </a:extLst>
            </p:cNvPr>
            <p:cNvSpPr/>
            <p:nvPr/>
          </p:nvSpPr>
          <p:spPr>
            <a:xfrm>
              <a:off x="4767510" y="1382176"/>
              <a:ext cx="797548" cy="521109"/>
            </a:xfrm>
            <a:prstGeom prst="ellipse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58D2ACD-EE39-8FCD-EC5E-01779A6E2D66}"/>
                </a:ext>
              </a:extLst>
            </p:cNvPr>
            <p:cNvSpPr/>
            <p:nvPr/>
          </p:nvSpPr>
          <p:spPr>
            <a:xfrm>
              <a:off x="8047054" y="1382176"/>
              <a:ext cx="1061884" cy="52110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E87C4C-77FA-A2A9-1DB6-4F7311CE1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52874"/>
              </p:ext>
            </p:extLst>
          </p:nvPr>
        </p:nvGraphicFramePr>
        <p:xfrm>
          <a:off x="2308087" y="1928621"/>
          <a:ext cx="7030995" cy="1112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29945">
                  <a:extLst>
                    <a:ext uri="{9D8B030D-6E8A-4147-A177-3AD203B41FA5}">
                      <a16:colId xmlns:a16="http://schemas.microsoft.com/office/drawing/2014/main" val="1461566424"/>
                    </a:ext>
                  </a:extLst>
                </a:gridCol>
                <a:gridCol w="2137719">
                  <a:extLst>
                    <a:ext uri="{9D8B030D-6E8A-4147-A177-3AD203B41FA5}">
                      <a16:colId xmlns:a16="http://schemas.microsoft.com/office/drawing/2014/main" val="4234310100"/>
                    </a:ext>
                  </a:extLst>
                </a:gridCol>
                <a:gridCol w="1604678">
                  <a:extLst>
                    <a:ext uri="{9D8B030D-6E8A-4147-A177-3AD203B41FA5}">
                      <a16:colId xmlns:a16="http://schemas.microsoft.com/office/drawing/2014/main" val="3755473659"/>
                    </a:ext>
                  </a:extLst>
                </a:gridCol>
                <a:gridCol w="1558653">
                  <a:extLst>
                    <a:ext uri="{9D8B030D-6E8A-4147-A177-3AD203B41FA5}">
                      <a16:colId xmlns:a16="http://schemas.microsoft.com/office/drawing/2014/main" val="2066872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CatBoost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61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47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14423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87C3C20-5A2B-8436-0174-DA3827BD6A86}"/>
              </a:ext>
            </a:extLst>
          </p:cNvPr>
          <p:cNvSpPr txBox="1"/>
          <p:nvPr/>
        </p:nvSpPr>
        <p:spPr>
          <a:xfrm>
            <a:off x="9662056" y="4345858"/>
            <a:ext cx="2281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Optimized Models might lose accuracy for patients with longer </a:t>
            </a:r>
            <a:r>
              <a:rPr lang="en-US" dirty="0" err="1"/>
              <a:t>LoS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366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79B08-5E59-A22C-832F-957FA321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5E5BD66-A619-7E77-4E54-CDDD44F1E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C1C0FD-BB2B-9E6C-2976-E05931233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69CF44-DD75-FE11-A589-D9490834D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BF81E-1FE0-5916-DBD3-79EA281A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B4C07B-4E43-F27D-4C64-D2E03B27F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13317C-E5C0-C266-A622-D4668D5BBF52}"/>
              </a:ext>
            </a:extLst>
          </p:cNvPr>
          <p:cNvSpPr txBox="1">
            <a:spLocks/>
          </p:cNvSpPr>
          <p:nvPr/>
        </p:nvSpPr>
        <p:spPr>
          <a:xfrm>
            <a:off x="225344" y="338932"/>
            <a:ext cx="7903512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FFFFFF"/>
                </a:solidFill>
                <a:latin typeface="Aptos Display" panose="02110004020202020204"/>
              </a:rPr>
              <a:t>Model Results for Stays Over 10 Days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905C6-8420-6A4B-9895-67DEBDB64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06" y="2067888"/>
            <a:ext cx="5734148" cy="429867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DDE567C-8501-BBFB-886E-50A5EF325D8A}"/>
              </a:ext>
            </a:extLst>
          </p:cNvPr>
          <p:cNvGrpSpPr>
            <a:grpSpLocks noChangeAspect="1"/>
          </p:cNvGrpSpPr>
          <p:nvPr/>
        </p:nvGrpSpPr>
        <p:grpSpPr>
          <a:xfrm>
            <a:off x="6657463" y="1666238"/>
            <a:ext cx="5136327" cy="2106315"/>
            <a:chOff x="1647930" y="1143466"/>
            <a:chExt cx="7930038" cy="32519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0CF234-6175-BA25-4A56-32A07B36F945}"/>
                </a:ext>
              </a:extLst>
            </p:cNvPr>
            <p:cNvSpPr/>
            <p:nvPr/>
          </p:nvSpPr>
          <p:spPr>
            <a:xfrm>
              <a:off x="1647930" y="1143466"/>
              <a:ext cx="7930038" cy="32519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2554A82-1953-F4E4-8EE4-98572550B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5058" y="1143466"/>
              <a:ext cx="4012910" cy="325196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96D5A31-4183-6D7C-DA9C-E44F91977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053"/>
            <a:stretch>
              <a:fillRect/>
            </a:stretch>
          </p:blipFill>
          <p:spPr>
            <a:xfrm>
              <a:off x="1647930" y="1143466"/>
              <a:ext cx="4096997" cy="3251965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A0BC343-E701-C345-749F-F3530F2925B1}"/>
                </a:ext>
              </a:extLst>
            </p:cNvPr>
            <p:cNvSpPr/>
            <p:nvPr/>
          </p:nvSpPr>
          <p:spPr>
            <a:xfrm>
              <a:off x="4767510" y="1382176"/>
              <a:ext cx="797548" cy="521109"/>
            </a:xfrm>
            <a:prstGeom prst="ellipse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0FAF645-2B09-9F12-7323-4A94B8204149}"/>
                </a:ext>
              </a:extLst>
            </p:cNvPr>
            <p:cNvSpPr/>
            <p:nvPr/>
          </p:nvSpPr>
          <p:spPr>
            <a:xfrm>
              <a:off x="8047054" y="1382176"/>
              <a:ext cx="1061884" cy="52110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4450D2-87C0-7B10-15C1-175B4F30A9C7}"/>
              </a:ext>
            </a:extLst>
          </p:cNvPr>
          <p:cNvCxnSpPr/>
          <p:nvPr/>
        </p:nvCxnSpPr>
        <p:spPr>
          <a:xfrm>
            <a:off x="5152102" y="3413653"/>
            <a:ext cx="0" cy="494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DF1AB7-7DF6-3A76-C2CB-8F4E514F7150}"/>
              </a:ext>
            </a:extLst>
          </p:cNvPr>
          <p:cNvCxnSpPr/>
          <p:nvPr/>
        </p:nvCxnSpPr>
        <p:spPr>
          <a:xfrm>
            <a:off x="5648631" y="3772553"/>
            <a:ext cx="0" cy="494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AFC0C45-4AFF-D547-E29B-75A2CC982E03}"/>
              </a:ext>
            </a:extLst>
          </p:cNvPr>
          <p:cNvSpPr txBox="1"/>
          <p:nvPr/>
        </p:nvSpPr>
        <p:spPr>
          <a:xfrm>
            <a:off x="6709492" y="4591597"/>
            <a:ext cx="4957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Final Model Selection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CatBoost Regressor with Default Parameters</a:t>
            </a:r>
          </a:p>
        </p:txBody>
      </p:sp>
    </p:spTree>
    <p:extLst>
      <p:ext uri="{BB962C8B-B14F-4D97-AF65-F5344CB8AC3E}">
        <p14:creationId xmlns:p14="http://schemas.microsoft.com/office/powerpoint/2010/main" val="265458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A51AA-2B30-3BCB-8FEA-01D02E8D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467CA1-23CE-9951-2880-AC8F88ECE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D7D33-5362-467E-CF46-B6F240209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257F6B-DC39-50F4-C1B3-3B630E8E6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248914-CA6C-9FA2-5129-30FD1BF5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23F071-80E3-6C88-855E-BBF951F59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23D0D3-D90F-D85D-408A-7463CB7BFF8D}"/>
              </a:ext>
            </a:extLst>
          </p:cNvPr>
          <p:cNvSpPr txBox="1">
            <a:spLocks/>
          </p:cNvSpPr>
          <p:nvPr/>
        </p:nvSpPr>
        <p:spPr>
          <a:xfrm>
            <a:off x="233494" y="257830"/>
            <a:ext cx="7972338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Top Features for CatBoost Regressor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669A3C-499F-6AD5-70AD-E74EBC19B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69" y="2071319"/>
            <a:ext cx="5468476" cy="4079560"/>
          </a:xfrm>
          <a:prstGeom prst="rect">
            <a:avLst/>
          </a:prstGeom>
        </p:spPr>
      </p:pic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21CC748A-6711-DF63-8BFA-F19243487813}"/>
              </a:ext>
            </a:extLst>
          </p:cNvPr>
          <p:cNvSpPr txBox="1">
            <a:spLocks/>
          </p:cNvSpPr>
          <p:nvPr/>
        </p:nvSpPr>
        <p:spPr>
          <a:xfrm>
            <a:off x="6485814" y="2023208"/>
            <a:ext cx="5157787" cy="4127672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Number of Readmission</a:t>
            </a:r>
          </a:p>
          <a:p>
            <a:pPr lvl="0"/>
            <a:r>
              <a:rPr lang="en-US" dirty="0"/>
              <a:t>Total Health Complications</a:t>
            </a:r>
          </a:p>
          <a:p>
            <a:pPr lvl="0"/>
            <a:r>
              <a:rPr lang="en-US" dirty="0"/>
              <a:t>Hematocrit</a:t>
            </a:r>
          </a:p>
          <a:p>
            <a:pPr lvl="0"/>
            <a:r>
              <a:rPr lang="en-US" dirty="0"/>
              <a:t>BMI</a:t>
            </a:r>
          </a:p>
          <a:p>
            <a:pPr lvl="0"/>
            <a:r>
              <a:rPr lang="en-US" dirty="0"/>
              <a:t>Creatinine</a:t>
            </a:r>
          </a:p>
          <a:p>
            <a:pPr lvl="0"/>
            <a:r>
              <a:rPr lang="en-US" dirty="0"/>
              <a:t>Blood Glucose </a:t>
            </a:r>
          </a:p>
          <a:p>
            <a:pPr lvl="0"/>
            <a:r>
              <a:rPr lang="en-US" dirty="0"/>
              <a:t>Blood Sodium</a:t>
            </a:r>
          </a:p>
          <a:p>
            <a:pPr lvl="0"/>
            <a:r>
              <a:rPr lang="en-US" dirty="0"/>
              <a:t>Pulse</a:t>
            </a:r>
          </a:p>
          <a:p>
            <a:pPr lvl="0"/>
            <a:r>
              <a:rPr lang="en-US" dirty="0"/>
              <a:t>Respiration</a:t>
            </a:r>
          </a:p>
          <a:p>
            <a:pPr lvl="0"/>
            <a:r>
              <a:rPr lang="en-US" dirty="0"/>
              <a:t>Neutrophil Count</a:t>
            </a:r>
          </a:p>
          <a:p>
            <a:pPr lvl="0"/>
            <a:r>
              <a:rPr lang="en-US" dirty="0"/>
              <a:t>Blood Urea Nitrogen</a:t>
            </a:r>
          </a:p>
        </p:txBody>
      </p:sp>
    </p:spTree>
    <p:extLst>
      <p:ext uri="{BB962C8B-B14F-4D97-AF65-F5344CB8AC3E}">
        <p14:creationId xmlns:p14="http://schemas.microsoft.com/office/powerpoint/2010/main" val="308480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6CD9-A1DA-730B-D062-761A4B11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3B0DAD-4FED-B4DC-56D5-0B0FFBC6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284178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DC4BF-8DD3-D7EB-48A4-72C1DC319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65A1CD-9029-3CDE-5ED6-7F663B614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726C0-9923-B09E-6531-F3107AAF3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995CC2-43D4-E522-A06D-50F1342BE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F044B3-D063-625B-1D0C-AF96673F2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51E13F-3964-B61E-DE65-B77CAD95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11BEEA3-1423-2077-B235-468DE9DB6089}"/>
              </a:ext>
            </a:extLst>
          </p:cNvPr>
          <p:cNvSpPr txBox="1">
            <a:spLocks/>
          </p:cNvSpPr>
          <p:nvPr/>
        </p:nvSpPr>
        <p:spPr>
          <a:xfrm>
            <a:off x="210025" y="261307"/>
            <a:ext cx="11884819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Future Work: Engineer Features Combining Related Complications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6BB63C76-B753-2541-5AAB-7EDB3C0C6AAA}"/>
              </a:ext>
            </a:extLst>
          </p:cNvPr>
          <p:cNvSpPr txBox="1">
            <a:spLocks/>
          </p:cNvSpPr>
          <p:nvPr/>
        </p:nvSpPr>
        <p:spPr>
          <a:xfrm>
            <a:off x="7606638" y="2176575"/>
            <a:ext cx="3872033" cy="4127672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 of Readmission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Health Complications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Hematocrit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BMI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Creatinine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Blood Glucose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Blood Sodium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Pulse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Respiration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Neutrophil Count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Blood Urea Nitrogen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5DB7EE-0F74-9D6F-390B-2E85E84197BF}"/>
              </a:ext>
            </a:extLst>
          </p:cNvPr>
          <p:cNvGrpSpPr>
            <a:grpSpLocks noChangeAspect="1"/>
          </p:cNvGrpSpPr>
          <p:nvPr/>
        </p:nvGrpSpPr>
        <p:grpSpPr>
          <a:xfrm>
            <a:off x="210025" y="1836768"/>
            <a:ext cx="7186589" cy="3495263"/>
            <a:chOff x="233494" y="2108527"/>
            <a:chExt cx="7421511" cy="36095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4838976-D502-CC6C-AB5D-1C45995D0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597" t="52339" b="26694"/>
            <a:stretch>
              <a:fillRect/>
            </a:stretch>
          </p:blipFill>
          <p:spPr>
            <a:xfrm>
              <a:off x="233494" y="2342373"/>
              <a:ext cx="2408911" cy="15120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B0B98F-FC82-56EB-4AE4-8A62BB0A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597" t="27316" b="51718"/>
            <a:stretch>
              <a:fillRect/>
            </a:stretch>
          </p:blipFill>
          <p:spPr>
            <a:xfrm>
              <a:off x="2763019" y="2342373"/>
              <a:ext cx="2408909" cy="15120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A8D0039-323F-E88F-3695-A81D24BF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136" t="77128" r="33268" b="1905"/>
            <a:stretch>
              <a:fillRect/>
            </a:stretch>
          </p:blipFill>
          <p:spPr>
            <a:xfrm>
              <a:off x="279944" y="4203038"/>
              <a:ext cx="2422779" cy="15120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1FB82F8-4152-9673-AAA9-252E25DB6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622" t="52276" r="33618" b="26714"/>
            <a:stretch>
              <a:fillRect/>
            </a:stretch>
          </p:blipFill>
          <p:spPr>
            <a:xfrm>
              <a:off x="5292543" y="2342373"/>
              <a:ext cx="2362461" cy="151500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627133B-7E71-A7F9-F0A5-7DDB51942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7335" r="66404" b="51698"/>
            <a:stretch>
              <a:fillRect/>
            </a:stretch>
          </p:blipFill>
          <p:spPr>
            <a:xfrm>
              <a:off x="2763019" y="4203038"/>
              <a:ext cx="2422777" cy="15120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E6C90C0-8F8A-3081-A26E-B5285DF66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801" t="77140" r="439" b="1851"/>
            <a:stretch>
              <a:fillRect/>
            </a:stretch>
          </p:blipFill>
          <p:spPr>
            <a:xfrm>
              <a:off x="5292543" y="4203038"/>
              <a:ext cx="2362461" cy="1515008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FCE223-3A63-235F-DDAF-7E86FAAB9C86}"/>
                </a:ext>
              </a:extLst>
            </p:cNvPr>
            <p:cNvSpPr txBox="1"/>
            <p:nvPr/>
          </p:nvSpPr>
          <p:spPr>
            <a:xfrm>
              <a:off x="521338" y="2108527"/>
              <a:ext cx="2120899" cy="320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Psychological Disorder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8DA3AF-1AE1-418C-B874-0DCF08334D9A}"/>
                </a:ext>
              </a:extLst>
            </p:cNvPr>
            <p:cNvSpPr txBox="1"/>
            <p:nvPr/>
          </p:nvSpPr>
          <p:spPr>
            <a:xfrm>
              <a:off x="3024677" y="2108527"/>
              <a:ext cx="2120899" cy="320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Substance Abuse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7A214A-9C9E-D4AD-0752-2896EE6D220E}"/>
                </a:ext>
              </a:extLst>
            </p:cNvPr>
            <p:cNvSpPr txBox="1"/>
            <p:nvPr/>
          </p:nvSpPr>
          <p:spPr>
            <a:xfrm>
              <a:off x="5534106" y="2108527"/>
              <a:ext cx="2120899" cy="320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Depression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BB506C-59BC-30DA-EEC1-971CC5888E39}"/>
                </a:ext>
              </a:extLst>
            </p:cNvPr>
            <p:cNvSpPr txBox="1"/>
            <p:nvPr/>
          </p:nvSpPr>
          <p:spPr>
            <a:xfrm>
              <a:off x="511291" y="3960285"/>
              <a:ext cx="2120899" cy="320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Malnutrition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4B792B-75B8-D71B-6BCD-15E14C66E35C}"/>
                </a:ext>
              </a:extLst>
            </p:cNvPr>
            <p:cNvSpPr txBox="1"/>
            <p:nvPr/>
          </p:nvSpPr>
          <p:spPr>
            <a:xfrm>
              <a:off x="3024677" y="3943238"/>
              <a:ext cx="2120899" cy="320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Iron Deficiency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B18461-1FA8-C49A-DC8F-E99187B8D3A9}"/>
                </a:ext>
              </a:extLst>
            </p:cNvPr>
            <p:cNvSpPr txBox="1"/>
            <p:nvPr/>
          </p:nvSpPr>
          <p:spPr>
            <a:xfrm>
              <a:off x="5534105" y="3943238"/>
              <a:ext cx="2120899" cy="320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Blood Disorder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A535131-2239-988C-5315-3743168E47DA}"/>
              </a:ext>
            </a:extLst>
          </p:cNvPr>
          <p:cNvSpPr/>
          <p:nvPr/>
        </p:nvSpPr>
        <p:spPr>
          <a:xfrm>
            <a:off x="7871961" y="2444595"/>
            <a:ext cx="3577214" cy="4066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65536F-3D20-AA74-F132-8C56674CC504}"/>
              </a:ext>
            </a:extLst>
          </p:cNvPr>
          <p:cNvSpPr txBox="1"/>
          <p:nvPr/>
        </p:nvSpPr>
        <p:spPr>
          <a:xfrm>
            <a:off x="479029" y="5464056"/>
            <a:ext cx="7219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1: Depression, Substance Abuse and Psychological Disorder</a:t>
            </a:r>
          </a:p>
          <a:p>
            <a:r>
              <a:rPr lang="en-US" dirty="0"/>
              <a:t>Feature 2: Malnutrition and Iron Deficiency</a:t>
            </a:r>
          </a:p>
          <a:p>
            <a:r>
              <a:rPr lang="en-US" dirty="0"/>
              <a:t>Feature 3: Pneumonia and Asthma…..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58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D52298-DFDA-E5C4-8B67-5EB4AE73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is a Complicated Problem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493F25-8110-EB66-9A00-9D624F398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43840" y="478712"/>
            <a:ext cx="7838380" cy="589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13FD7B-CAB9-2799-3B58-062CBD0D6F8B}"/>
              </a:ext>
            </a:extLst>
          </p:cNvPr>
          <p:cNvSpPr txBox="1"/>
          <p:nvPr/>
        </p:nvSpPr>
        <p:spPr>
          <a:xfrm>
            <a:off x="6813755" y="6128956"/>
            <a:ext cx="5378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Charles Den et al.,  Forecasting length of stay: Will it be clear or cloudy today?, Intelligence-Based Medicine, Volume 6, 2022, 100078, ISSN 2666-5212, https://doi.org/10.1016/j.ibmed.2022.100078.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419F3-7F94-F5B5-79C0-4F50FE108E3C}"/>
              </a:ext>
            </a:extLst>
          </p:cNvPr>
          <p:cNvSpPr/>
          <p:nvPr/>
        </p:nvSpPr>
        <p:spPr>
          <a:xfrm>
            <a:off x="5304503" y="2270830"/>
            <a:ext cx="2433484" cy="393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297C4-DFC2-8717-85E4-B3866DFD0C5F}"/>
              </a:ext>
            </a:extLst>
          </p:cNvPr>
          <p:cNvSpPr/>
          <p:nvPr/>
        </p:nvSpPr>
        <p:spPr>
          <a:xfrm>
            <a:off x="5304503" y="2669022"/>
            <a:ext cx="2433484" cy="1921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F6AC8D-89C4-140C-C299-A2305266A31B}"/>
              </a:ext>
            </a:extLst>
          </p:cNvPr>
          <p:cNvSpPr/>
          <p:nvPr/>
        </p:nvSpPr>
        <p:spPr>
          <a:xfrm>
            <a:off x="5304503" y="2861189"/>
            <a:ext cx="2433484" cy="4227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23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631A7-1570-6F7A-2A19-0C228003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1752873-1E09-24F4-8ED2-8B41389E0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6C11D-E12D-1B17-45B0-6130140F0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22B99-E93E-6CB0-8F29-B4A68169D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D7CC9-CC7B-3553-6C93-EA7279926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09C47F-5EC0-4B11-18F5-B5C23D29E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FD2901-3348-0FF9-DB0E-01D1BE1FBE98}"/>
              </a:ext>
            </a:extLst>
          </p:cNvPr>
          <p:cNvSpPr txBox="1">
            <a:spLocks/>
          </p:cNvSpPr>
          <p:nvPr/>
        </p:nvSpPr>
        <p:spPr>
          <a:xfrm>
            <a:off x="210025" y="261307"/>
            <a:ext cx="11884819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Metastudy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to find the best features for predicting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LoS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A2B4EB-2610-1103-E357-A0BF37EEA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412" y="1962966"/>
            <a:ext cx="1754988" cy="124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04F82E3-EA2C-CD1F-6828-A7B627C116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70" y="1674811"/>
            <a:ext cx="1906416" cy="190641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1DE6FA-4780-C94D-D501-E0907DFB9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988" y="1834553"/>
            <a:ext cx="2515750" cy="1400682"/>
          </a:xfrm>
          <a:prstGeom prst="rect">
            <a:avLst/>
          </a:prstGeom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9E0855D5-7E4A-83CA-EFA4-CE9F9FA49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412" y="3594644"/>
            <a:ext cx="1754988" cy="124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D0D0FC-5CDB-C668-2516-82B9E18EBF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27" y="3318228"/>
            <a:ext cx="1906416" cy="190641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863B3F-B186-3446-D28F-7F51F2FA7D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29" y="4907967"/>
            <a:ext cx="2012897" cy="2012897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F64286EF-C4E4-D00F-3D14-5D4C30C87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412" y="5315218"/>
            <a:ext cx="1754988" cy="124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2E244AA-7182-3230-2DA9-70B9F607D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901" y="3429000"/>
            <a:ext cx="2383924" cy="134284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BA7CD96-80AC-C320-4072-8A97AC3E0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629" y="4937386"/>
            <a:ext cx="1870468" cy="1622991"/>
          </a:xfrm>
          <a:prstGeom prst="rect">
            <a:avLst/>
          </a:prstGeom>
        </p:spPr>
      </p:pic>
      <p:sp>
        <p:nvSpPr>
          <p:cNvPr id="38" name="Arrow: Right 37">
            <a:extLst>
              <a:ext uri="{FF2B5EF4-FFF2-40B4-BE49-F238E27FC236}">
                <a16:creationId xmlns:a16="http://schemas.microsoft.com/office/drawing/2014/main" id="{89883A68-5E5B-E905-59B3-6E4FBE88062F}"/>
              </a:ext>
            </a:extLst>
          </p:cNvPr>
          <p:cNvSpPr/>
          <p:nvPr/>
        </p:nvSpPr>
        <p:spPr>
          <a:xfrm>
            <a:off x="2429273" y="2530297"/>
            <a:ext cx="580814" cy="179652"/>
          </a:xfrm>
          <a:prstGeom prst="rightArrow">
            <a:avLst/>
          </a:prstGeom>
          <a:solidFill>
            <a:srgbClr val="B6DC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10290F0-C0E2-F7B6-C4E1-C8B345342EFB}"/>
              </a:ext>
            </a:extLst>
          </p:cNvPr>
          <p:cNvSpPr/>
          <p:nvPr/>
        </p:nvSpPr>
        <p:spPr>
          <a:xfrm>
            <a:off x="5125787" y="2457529"/>
            <a:ext cx="580814" cy="179652"/>
          </a:xfrm>
          <a:prstGeom prst="rightArrow">
            <a:avLst/>
          </a:prstGeom>
          <a:solidFill>
            <a:srgbClr val="B6DC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D7A5A2E-1DFA-F348-72FD-C29BC7D373EF}"/>
              </a:ext>
            </a:extLst>
          </p:cNvPr>
          <p:cNvSpPr/>
          <p:nvPr/>
        </p:nvSpPr>
        <p:spPr>
          <a:xfrm>
            <a:off x="2429273" y="4072149"/>
            <a:ext cx="580814" cy="179652"/>
          </a:xfrm>
          <a:prstGeom prst="rightArrow">
            <a:avLst/>
          </a:prstGeom>
          <a:solidFill>
            <a:srgbClr val="86E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A1AA8900-C1A7-1414-DF39-8FA9C9481C1B}"/>
              </a:ext>
            </a:extLst>
          </p:cNvPr>
          <p:cNvSpPr/>
          <p:nvPr/>
        </p:nvSpPr>
        <p:spPr>
          <a:xfrm>
            <a:off x="5125787" y="3999381"/>
            <a:ext cx="580814" cy="179652"/>
          </a:xfrm>
          <a:prstGeom prst="rightArrow">
            <a:avLst/>
          </a:prstGeom>
          <a:solidFill>
            <a:srgbClr val="86E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20079AE-FFB4-63C2-10B0-2070C1454B97}"/>
              </a:ext>
            </a:extLst>
          </p:cNvPr>
          <p:cNvSpPr/>
          <p:nvPr/>
        </p:nvSpPr>
        <p:spPr>
          <a:xfrm>
            <a:off x="2429273" y="5946192"/>
            <a:ext cx="580814" cy="179652"/>
          </a:xfrm>
          <a:prstGeom prst="rightArrow">
            <a:avLst/>
          </a:prstGeom>
          <a:solidFill>
            <a:srgbClr val="FFA3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1539F887-5401-D376-C7A2-686F9FD20EEC}"/>
              </a:ext>
            </a:extLst>
          </p:cNvPr>
          <p:cNvSpPr/>
          <p:nvPr/>
        </p:nvSpPr>
        <p:spPr>
          <a:xfrm>
            <a:off x="5125787" y="5873424"/>
            <a:ext cx="580814" cy="179652"/>
          </a:xfrm>
          <a:prstGeom prst="rightArrow">
            <a:avLst/>
          </a:prstGeom>
          <a:solidFill>
            <a:srgbClr val="FFA3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C9A73C91-95FC-D3B7-03A4-94CED2111C90}"/>
              </a:ext>
            </a:extLst>
          </p:cNvPr>
          <p:cNvSpPr/>
          <p:nvPr/>
        </p:nvSpPr>
        <p:spPr>
          <a:xfrm rot="2710723">
            <a:off x="8193963" y="2896360"/>
            <a:ext cx="1382534" cy="165647"/>
          </a:xfrm>
          <a:prstGeom prst="rightArrow">
            <a:avLst/>
          </a:prstGeom>
          <a:solidFill>
            <a:srgbClr val="B6DC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2A8271B0-5C07-839D-5D03-C28A66C37BB7}"/>
              </a:ext>
            </a:extLst>
          </p:cNvPr>
          <p:cNvSpPr/>
          <p:nvPr/>
        </p:nvSpPr>
        <p:spPr>
          <a:xfrm>
            <a:off x="8453125" y="3961302"/>
            <a:ext cx="966178" cy="179652"/>
          </a:xfrm>
          <a:prstGeom prst="rightArrow">
            <a:avLst/>
          </a:prstGeom>
          <a:solidFill>
            <a:srgbClr val="86E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81976A-7BED-90D4-1491-7662C901F357}"/>
              </a:ext>
            </a:extLst>
          </p:cNvPr>
          <p:cNvSpPr txBox="1"/>
          <p:nvPr/>
        </p:nvSpPr>
        <p:spPr>
          <a:xfrm>
            <a:off x="9495983" y="3594644"/>
            <a:ext cx="2233973" cy="1200329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Most Useful Features for </a:t>
            </a:r>
            <a:r>
              <a:rPr lang="en-US" sz="2400" dirty="0" err="1"/>
              <a:t>LoS</a:t>
            </a:r>
            <a:r>
              <a:rPr lang="en-US" sz="2400" dirty="0"/>
              <a:t> Prediction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E0F8EFFB-A468-5C6A-361C-9B5E13EECB22}"/>
              </a:ext>
            </a:extLst>
          </p:cNvPr>
          <p:cNvSpPr/>
          <p:nvPr/>
        </p:nvSpPr>
        <p:spPr>
          <a:xfrm rot="18910723">
            <a:off x="8129262" y="5235040"/>
            <a:ext cx="1382534" cy="165647"/>
          </a:xfrm>
          <a:prstGeom prst="rightArrow">
            <a:avLst/>
          </a:prstGeom>
          <a:solidFill>
            <a:srgbClr val="FFA3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03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9F147-5EC2-B295-50CE-CD7428B1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8C9AE9B-0B14-058C-57AC-21B136EE5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EBD7AE-814E-26A2-16E6-8CFCAA8D7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099A2-7B00-A781-F1B8-CDAD9B645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41292-7C56-975D-A954-339CE261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4DEE69-FEB5-4354-7C26-A3465BBF5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872527-50B9-37A7-B278-8AB8EB093341}"/>
              </a:ext>
            </a:extLst>
          </p:cNvPr>
          <p:cNvSpPr txBox="1">
            <a:spLocks/>
          </p:cNvSpPr>
          <p:nvPr/>
        </p:nvSpPr>
        <p:spPr>
          <a:xfrm>
            <a:off x="210025" y="261307"/>
            <a:ext cx="11884819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Metastudy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to find the best features for predicting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LoS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81D67-4FB4-73F0-82AF-BBA283BDCDA3}"/>
              </a:ext>
            </a:extLst>
          </p:cNvPr>
          <p:cNvSpPr txBox="1"/>
          <p:nvPr/>
        </p:nvSpPr>
        <p:spPr>
          <a:xfrm>
            <a:off x="1209367" y="2203865"/>
            <a:ext cx="97732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Test Model Durability across multiple hospitals, wards or diagnoses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optimal features between ICU vs non-ICU stays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and evaluate facilities within multi-hospital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real-world efficacy of models built from medical data vs socio-economic data</a:t>
            </a:r>
          </a:p>
        </p:txBody>
      </p:sp>
    </p:spTree>
    <p:extLst>
      <p:ext uri="{BB962C8B-B14F-4D97-AF65-F5344CB8AC3E}">
        <p14:creationId xmlns:p14="http://schemas.microsoft.com/office/powerpoint/2010/main" val="1427446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DB4F-A3D1-C78D-6B8B-254E8725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456249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80589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1DEDA-DC8C-14DE-E1CD-BDF81E6FA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5193FBE-9D56-D165-0F5A-F1410D491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5239E6-401F-ED5C-0C92-8E78529B8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3FC9AE-414C-35AC-B480-FB0934ADE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98C748-9FB0-A930-9A8B-50B0C0CBF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5BB655-F502-AE3F-A2C1-91BB38594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B46132-1225-FA58-B2BC-25560D374CCB}"/>
              </a:ext>
            </a:extLst>
          </p:cNvPr>
          <p:cNvSpPr txBox="1">
            <a:spLocks/>
          </p:cNvSpPr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Hyperparameter Tuning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8FE5F1-FD3F-DEFF-0F84-C0BECB0285E7}"/>
              </a:ext>
            </a:extLst>
          </p:cNvPr>
          <p:cNvSpPr txBox="1">
            <a:spLocks/>
          </p:cNvSpPr>
          <p:nvPr/>
        </p:nvSpPr>
        <p:spPr>
          <a:xfrm>
            <a:off x="4054936" y="1798996"/>
            <a:ext cx="314227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XGBoost</a:t>
            </a:r>
            <a:endParaRPr kumimoji="0" lang="en-US" sz="2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30330884-0C95-FF37-F54D-D6B6970BF541}"/>
              </a:ext>
            </a:extLst>
          </p:cNvPr>
          <p:cNvSpPr txBox="1">
            <a:spLocks/>
          </p:cNvSpPr>
          <p:nvPr/>
        </p:nvSpPr>
        <p:spPr>
          <a:xfrm>
            <a:off x="456330" y="1831702"/>
            <a:ext cx="314227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Random Forest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1F918F3C-2F00-38C3-0D11-9006D312D39A}"/>
              </a:ext>
            </a:extLst>
          </p:cNvPr>
          <p:cNvSpPr txBox="1">
            <a:spLocks/>
          </p:cNvSpPr>
          <p:nvPr/>
        </p:nvSpPr>
        <p:spPr>
          <a:xfrm>
            <a:off x="391548" y="2266373"/>
            <a:ext cx="3663386" cy="2336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 of Estimators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Minimum Samples per Split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Minimum Samples per Leaf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Maximum Features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Maximum Depth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AD38AAC-56BD-E87E-E7D1-919F923E33BA}"/>
              </a:ext>
            </a:extLst>
          </p:cNvPr>
          <p:cNvSpPr txBox="1">
            <a:spLocks/>
          </p:cNvSpPr>
          <p:nvPr/>
        </p:nvSpPr>
        <p:spPr>
          <a:xfrm>
            <a:off x="7264219" y="1831702"/>
            <a:ext cx="3987930" cy="8239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CatBoost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B124D1F2-DCF0-36D0-A1A5-2AF9022412D8}"/>
              </a:ext>
            </a:extLst>
          </p:cNvPr>
          <p:cNvSpPr txBox="1">
            <a:spLocks/>
          </p:cNvSpPr>
          <p:nvPr/>
        </p:nvSpPr>
        <p:spPr>
          <a:xfrm>
            <a:off x="4446482" y="2266373"/>
            <a:ext cx="3663386" cy="2336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 of Estimators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Learning Rate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Minimum Child Weight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Columns Sampled By Tree</a:t>
            </a:r>
            <a:endParaRPr lang="en-US" sz="1800" dirty="0">
              <a:solidFill>
                <a:prstClr val="black"/>
              </a:solidFill>
              <a:latin typeface="Aptos" panose="0211000402020202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Maximum Depth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0E54D91-5B94-E105-32CA-B96DA5C2CC1E}"/>
              </a:ext>
            </a:extLst>
          </p:cNvPr>
          <p:cNvSpPr txBox="1">
            <a:spLocks/>
          </p:cNvSpPr>
          <p:nvPr/>
        </p:nvSpPr>
        <p:spPr>
          <a:xfrm>
            <a:off x="8128856" y="2260563"/>
            <a:ext cx="3663386" cy="2336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Iterations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Learning Rate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ptos" panose="02110004020202020204"/>
              </a:rPr>
              <a:t>Random Strength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L2 Leaf Reg</a:t>
            </a:r>
            <a:endParaRPr lang="en-US" sz="1800" dirty="0">
              <a:solidFill>
                <a:prstClr val="black"/>
              </a:solidFill>
              <a:latin typeface="Aptos" panose="0211000402020202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Maximum Depth</a:t>
            </a:r>
          </a:p>
        </p:txBody>
      </p:sp>
    </p:spTree>
    <p:extLst>
      <p:ext uri="{BB962C8B-B14F-4D97-AF65-F5344CB8AC3E}">
        <p14:creationId xmlns:p14="http://schemas.microsoft.com/office/powerpoint/2010/main" val="1464745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C775F-21F8-3333-4F6D-F2B52309C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</a:t>
            </a:r>
            <a:r>
              <a:rPr lang="en-US" sz="4000" dirty="0" err="1">
                <a:solidFill>
                  <a:srgbClr val="FFFFFF"/>
                </a:solidFill>
              </a:rPr>
              <a:t>LoS</a:t>
            </a:r>
            <a:r>
              <a:rPr lang="en-US" sz="4000" dirty="0">
                <a:solidFill>
                  <a:srgbClr val="FFFFFF"/>
                </a:solidFill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42713-7763-309C-085E-A7DC70063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40" y="1829429"/>
            <a:ext cx="5515853" cy="1034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FB8B6C-E56C-E4F1-9104-7AA0DF470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925" y="3011473"/>
            <a:ext cx="2366756" cy="3493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D660BB-0EB8-5ACD-68B3-42B8F6C4B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698" y="2239095"/>
            <a:ext cx="5412912" cy="3213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70F032-2776-EDF4-38C9-C635BC74F3EB}"/>
              </a:ext>
            </a:extLst>
          </p:cNvPr>
          <p:cNvSpPr txBox="1"/>
          <p:nvPr/>
        </p:nvSpPr>
        <p:spPr>
          <a:xfrm>
            <a:off x="6830790" y="6504840"/>
            <a:ext cx="5378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https://www.epicshare.org/tips-and-tricks/q-how-can-we-decrease-hospital-length-of-stay-for-patients-needing-post-acute-placementn-_a-optimize-your-system-to-streamline-communication-with-community-partners-_</a:t>
            </a:r>
          </a:p>
        </p:txBody>
      </p:sp>
    </p:spTree>
    <p:extLst>
      <p:ext uri="{BB962C8B-B14F-4D97-AF65-F5344CB8AC3E}">
        <p14:creationId xmlns:p14="http://schemas.microsoft.com/office/powerpoint/2010/main" val="327127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5545</TotalTime>
  <Words>670</Words>
  <Application>Microsoft Office PowerPoint</Application>
  <PresentationFormat>Widescreen</PresentationFormat>
  <Paragraphs>205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Predicting Hospital Length of Stay (LoS)</vt:lpstr>
      <vt:lpstr>What is LoS?</vt:lpstr>
      <vt:lpstr>PowerPoint Presentation</vt:lpstr>
      <vt:lpstr>Who is Interested in LoS tracking?</vt:lpstr>
      <vt:lpstr>Who is Interested in LoS tracking?</vt:lpstr>
      <vt:lpstr>PowerPoint Presentation</vt:lpstr>
      <vt:lpstr>EDA and Feature Engineering</vt:lpstr>
      <vt:lpstr>Number of Prior Readmissions</vt:lpstr>
      <vt:lpstr>PowerPoint Presentation</vt:lpstr>
      <vt:lpstr>PowerPoint Presentation</vt:lpstr>
      <vt:lpstr>Model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Work</vt:lpstr>
      <vt:lpstr>PowerPoint Presentation</vt:lpstr>
      <vt:lpstr>LoS is a Complicated Problem</vt:lpstr>
      <vt:lpstr>PowerPoint Presentation</vt:lpstr>
      <vt:lpstr>PowerPoint Presentation</vt:lpstr>
      <vt:lpstr>Questions?</vt:lpstr>
      <vt:lpstr>PowerPoint Presentation</vt:lpstr>
      <vt:lpstr>What is LoS?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Devon Svoboda</dc:creator>
  <cp:lastModifiedBy>Devon Svoboda</cp:lastModifiedBy>
  <cp:revision>1</cp:revision>
  <dcterms:created xsi:type="dcterms:W3CDTF">2026-01-30T00:11:05Z</dcterms:created>
  <dcterms:modified xsi:type="dcterms:W3CDTF">2026-02-06T19:14:28Z</dcterms:modified>
</cp:coreProperties>
</file>